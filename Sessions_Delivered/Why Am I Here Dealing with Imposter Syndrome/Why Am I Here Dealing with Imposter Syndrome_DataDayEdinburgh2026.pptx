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7"/>
  </p:notesMasterIdLst>
  <p:sldIdLst>
    <p:sldId id="431" r:id="rId2"/>
    <p:sldId id="256" r:id="rId3"/>
    <p:sldId id="444" r:id="rId4"/>
    <p:sldId id="312" r:id="rId5"/>
    <p:sldId id="257" r:id="rId6"/>
    <p:sldId id="262" r:id="rId7"/>
    <p:sldId id="263" r:id="rId8"/>
    <p:sldId id="267" r:id="rId9"/>
    <p:sldId id="266" r:id="rId10"/>
    <p:sldId id="261" r:id="rId11"/>
    <p:sldId id="269" r:id="rId12"/>
    <p:sldId id="270" r:id="rId13"/>
    <p:sldId id="258" r:id="rId14"/>
    <p:sldId id="280" r:id="rId15"/>
    <p:sldId id="265" r:id="rId16"/>
    <p:sldId id="268" r:id="rId17"/>
    <p:sldId id="271" r:id="rId18"/>
    <p:sldId id="274" r:id="rId19"/>
    <p:sldId id="281" r:id="rId20"/>
    <p:sldId id="260" r:id="rId21"/>
    <p:sldId id="282" r:id="rId22"/>
    <p:sldId id="272" r:id="rId23"/>
    <p:sldId id="275" r:id="rId24"/>
    <p:sldId id="273" r:id="rId25"/>
    <p:sldId id="353" r:id="rId26"/>
    <p:sldId id="276" r:id="rId27"/>
    <p:sldId id="346" r:id="rId28"/>
    <p:sldId id="429" r:id="rId29"/>
    <p:sldId id="298" r:id="rId30"/>
    <p:sldId id="277" r:id="rId31"/>
    <p:sldId id="279" r:id="rId32"/>
    <p:sldId id="278" r:id="rId33"/>
    <p:sldId id="443" r:id="rId34"/>
    <p:sldId id="285" r:id="rId35"/>
    <p:sldId id="430" r:id="rId36"/>
    <p:sldId id="299" r:id="rId37"/>
    <p:sldId id="289" r:id="rId38"/>
    <p:sldId id="290" r:id="rId39"/>
    <p:sldId id="432" r:id="rId40"/>
    <p:sldId id="440" r:id="rId41"/>
    <p:sldId id="291" r:id="rId42"/>
    <p:sldId id="292" r:id="rId43"/>
    <p:sldId id="293" r:id="rId44"/>
    <p:sldId id="294" r:id="rId45"/>
    <p:sldId id="300" r:id="rId46"/>
    <p:sldId id="301" r:id="rId47"/>
    <p:sldId id="302" r:id="rId48"/>
    <p:sldId id="305" r:id="rId49"/>
    <p:sldId id="304" r:id="rId50"/>
    <p:sldId id="313" r:id="rId51"/>
    <p:sldId id="411" r:id="rId52"/>
    <p:sldId id="295" r:id="rId53"/>
    <p:sldId id="306" r:id="rId54"/>
    <p:sldId id="307" r:id="rId55"/>
    <p:sldId id="354" r:id="rId56"/>
    <p:sldId id="308" r:id="rId57"/>
    <p:sldId id="355" r:id="rId58"/>
    <p:sldId id="309" r:id="rId59"/>
    <p:sldId id="314" r:id="rId60"/>
    <p:sldId id="413" r:id="rId61"/>
    <p:sldId id="414" r:id="rId62"/>
    <p:sldId id="415" r:id="rId63"/>
    <p:sldId id="416" r:id="rId64"/>
    <p:sldId id="417" r:id="rId65"/>
    <p:sldId id="311" r:id="rId66"/>
    <p:sldId id="320" r:id="rId67"/>
    <p:sldId id="321" r:id="rId68"/>
    <p:sldId id="363" r:id="rId69"/>
    <p:sldId id="364" r:id="rId70"/>
    <p:sldId id="365" r:id="rId71"/>
    <p:sldId id="366" r:id="rId72"/>
    <p:sldId id="367" r:id="rId73"/>
    <p:sldId id="368" r:id="rId74"/>
    <p:sldId id="322" r:id="rId75"/>
    <p:sldId id="434" r:id="rId76"/>
    <p:sldId id="433" r:id="rId77"/>
    <p:sldId id="436" r:id="rId78"/>
    <p:sldId id="437" r:id="rId79"/>
    <p:sldId id="438" r:id="rId80"/>
    <p:sldId id="439" r:id="rId81"/>
    <p:sldId id="435" r:id="rId82"/>
    <p:sldId id="330" r:id="rId83"/>
    <p:sldId id="345" r:id="rId84"/>
    <p:sldId id="324" r:id="rId85"/>
    <p:sldId id="323" r:id="rId86"/>
    <p:sldId id="331" r:id="rId87"/>
    <p:sldId id="325" r:id="rId88"/>
    <p:sldId id="326" r:id="rId89"/>
    <p:sldId id="327" r:id="rId90"/>
    <p:sldId id="328" r:id="rId91"/>
    <p:sldId id="329" r:id="rId92"/>
    <p:sldId id="332" r:id="rId93"/>
    <p:sldId id="283" r:id="rId94"/>
    <p:sldId id="333" r:id="rId95"/>
    <p:sldId id="334" r:id="rId96"/>
    <p:sldId id="344" r:id="rId97"/>
    <p:sldId id="343" r:id="rId98"/>
    <p:sldId id="335" r:id="rId99"/>
    <p:sldId id="336" r:id="rId100"/>
    <p:sldId id="337" r:id="rId101"/>
    <p:sldId id="357" r:id="rId102"/>
    <p:sldId id="338" r:id="rId103"/>
    <p:sldId id="340" r:id="rId104"/>
    <p:sldId id="376" r:id="rId105"/>
    <p:sldId id="341" r:id="rId106"/>
    <p:sldId id="339" r:id="rId107"/>
    <p:sldId id="342" r:id="rId108"/>
    <p:sldId id="358" r:id="rId109"/>
    <p:sldId id="418" r:id="rId110"/>
    <p:sldId id="359" r:id="rId111"/>
    <p:sldId id="361" r:id="rId112"/>
    <p:sldId id="379" r:id="rId113"/>
    <p:sldId id="380" r:id="rId114"/>
    <p:sldId id="381" r:id="rId115"/>
    <p:sldId id="383" r:id="rId116"/>
    <p:sldId id="385" r:id="rId117"/>
    <p:sldId id="264" r:id="rId118"/>
    <p:sldId id="386" r:id="rId119"/>
    <p:sldId id="387" r:id="rId120"/>
    <p:sldId id="388" r:id="rId121"/>
    <p:sldId id="389" r:id="rId122"/>
    <p:sldId id="390" r:id="rId123"/>
    <p:sldId id="391" r:id="rId124"/>
    <p:sldId id="392" r:id="rId125"/>
    <p:sldId id="393" r:id="rId126"/>
    <p:sldId id="394" r:id="rId127"/>
    <p:sldId id="395" r:id="rId128"/>
    <p:sldId id="284" r:id="rId129"/>
    <p:sldId id="399" r:id="rId130"/>
    <p:sldId id="401" r:id="rId131"/>
    <p:sldId id="402" r:id="rId132"/>
    <p:sldId id="403" r:id="rId133"/>
    <p:sldId id="405" r:id="rId134"/>
    <p:sldId id="420" r:id="rId135"/>
    <p:sldId id="421" r:id="rId136"/>
    <p:sldId id="423" r:id="rId137"/>
    <p:sldId id="422" r:id="rId138"/>
    <p:sldId id="424" r:id="rId139"/>
    <p:sldId id="441" r:id="rId140"/>
    <p:sldId id="425" r:id="rId141"/>
    <p:sldId id="442" r:id="rId142"/>
    <p:sldId id="428" r:id="rId143"/>
    <p:sldId id="427" r:id="rId144"/>
    <p:sldId id="347" r:id="rId145"/>
    <p:sldId id="356" r:id="rId146"/>
    <p:sldId id="349" r:id="rId147"/>
    <p:sldId id="350" r:id="rId148"/>
    <p:sldId id="371" r:id="rId149"/>
    <p:sldId id="372" r:id="rId150"/>
    <p:sldId id="373" r:id="rId151"/>
    <p:sldId id="374" r:id="rId152"/>
    <p:sldId id="409" r:id="rId153"/>
    <p:sldId id="404" r:id="rId154"/>
    <p:sldId id="351" r:id="rId155"/>
    <p:sldId id="426" r:id="rId156"/>
    <p:sldId id="297" r:id="rId157"/>
    <p:sldId id="445" r:id="rId158"/>
    <p:sldId id="410" r:id="rId159"/>
    <p:sldId id="377" r:id="rId160"/>
    <p:sldId id="259" r:id="rId161"/>
    <p:sldId id="446" r:id="rId162"/>
    <p:sldId id="419" r:id="rId163"/>
    <p:sldId id="447" r:id="rId164"/>
    <p:sldId id="370" r:id="rId165"/>
    <p:sldId id="408" r:id="rId16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3A9B"/>
    <a:srgbClr val="E66100"/>
    <a:srgbClr val="FFFFFF"/>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5" dt="2026-10-20T17:41:13.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452" autoAdjust="0"/>
  </p:normalViewPr>
  <p:slideViewPr>
    <p:cSldViewPr snapToGrid="0" showGuides="1">
      <p:cViewPr varScale="1">
        <p:scale>
          <a:sx n="89" d="100"/>
          <a:sy n="89" d="100"/>
        </p:scale>
        <p:origin x="438"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51BB0-D3A3-4455-96D3-515820C1A798}" type="datetimeFigureOut">
              <a:t>10/23/2026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B8BF63-7686-493A-8B6E-EE88A0F21868}" type="slidenum">
              <a:t>‹#›</a:t>
            </a:fld>
            <a:endParaRPr lang="en-GB"/>
          </a:p>
        </p:txBody>
      </p:sp>
    </p:spTree>
    <p:extLst>
      <p:ext uri="{BB962C8B-B14F-4D97-AF65-F5344CB8AC3E}">
        <p14:creationId xmlns:p14="http://schemas.microsoft.com/office/powerpoint/2010/main" val="98756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unsplash.com/@sammywilliams?utm_content=creditCopyText&amp;utm_medium=referral&amp;utm_source=unsplash"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unsplash.com/photos/man-in-blue-crew-neck-shirt-covering-his-face-ufgOEVZuHgM?utm_content=creditCopyText&amp;utm_medium=referral&amp;utm_source=unsplash"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unsplash.com/@schluditsch?utm_content=creditCopyText&amp;utm_medium=referral&amp;utm_source=unsplash"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unsplash.com/photos/books-on-white-wooden-table-7JL7NdhaRd8?utm_content=creditCopyText&amp;utm_medium=referral&amp;utm_source=unsplash"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unsplash.com/@alterego_swiss?utm_content=creditCopyText&amp;utm_medium=referral&amp;utm_source=unsplash"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unsplash.com/photos/photo-of-bulb-artwork-82TpEld0_e4?utm_content=creditCopyText&amp;utm_medium=referral&amp;utm_source=unsplash"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unsplash.com/@cytonn_photography?utm_content=creditCopyText&amp;utm_medium=referral&amp;utm_source=unsplash"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unsplash.com/photos/two-people-shaking-hands-n95VMLxqM2I?utm_content=creditCopyText&amp;utm_medium=referral&amp;utm_source=unsplash"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unsplash.com/@metelevan?utm_content=creditCopyText&amp;utm_medium=referral&amp;utm_source=unsplash"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unsplash.com/photos/red-and-white-love-letter-7vXXYBzNO-U?utm_content=creditCopyText&amp;utm_medium=referral&amp;utm_source=unsplash"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unsplash.com/@johnishappysometimes?utm_content=creditCopyText&amp;utm_medium=referral&amp;utm_source=unsplash"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unsplash.com/photos/three-person-pointing-the-silver-laptop-computer-2FPjlAyMQTA?utm_content=creditCopyText&amp;utm_medium=referral&amp;utm_source=unsplash"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unsplash.com/@gianviphotos?utm_content=creditCopyText&amp;utm_medium=referral&amp;utm_source=unsplash"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unsplash.com/photos/man-sitting-on-chair-in-front-of-condenser-microphone-KWrNwBE87EY?utm_content=creditCopyText&amp;utm_medium=referral&amp;utm_source=unsplash"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unsplash.com/@yvonnemorgun?utm_content=creditCopyText&amp;utm_medium=referral&amp;utm_source=unsplash"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unsplash.com/photos/group-of-people-eating-on-backyard-y1XXWct5rBo?utm_content=creditCopyText&amp;utm_medium=referral&amp;utm_source=unsplash"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unsplash.com/@anniespratt?utm_content=creditCopyText&amp;utm_medium=referral&amp;utm_source=unsplash"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unsplash.com/photos/group-of-people-using-laptop-computer-QckxruozjRg?utm_content=creditCopyText&amp;utm_medium=referral&amp;utm_source=unsplash"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unsplash.com/@yasser_mutwakil?utm_content=creditCopyText&amp;utm_medium=referral&amp;utm_source=unsplash"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unsplash.com/photos/a-man-covering-his-face-with-his-hands-OkqA9Zt5vm8?utm_content=creditCopyText&amp;utm_medium=referral&amp;utm_source=unsplash"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unsplash.com/@wansan_99?utm_content=creditCopyText&amp;utm_medium=referral&amp;utm_source=unsplash"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unsplash.com/photos/people-sitting-on-chair-inside-room-ID1yWa1Wpx0?utm_content=creditCopyText&amp;utm_medium=referral&amp;utm_source=unsplash"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unsplash.com/@helloimnik?utm_content=creditCopyText&amp;utm_medium=referral&amp;utm_source=unsplash"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unsplash.com/photos/black-pencil-on-paper-3xNn1zGvBwY?utm_content=creditCopyText&amp;utm_medium=referral&amp;utm_source=unsplash"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unsplash.com/@tinkerman?utm_content=creditCopyText&amp;utm_medium=referral&amp;utm_source=unsplash"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unsplash.com/photos/brown-and-black-round-board-DX3_dXuHVl8?utm_content=creditCopyText&amp;utm_medium=referral&amp;utm_source=unsplash"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unsplash.com/@melanfolia?utm_content=creditCopyText&amp;utm_medium=referral&amp;utm_source=unsplash"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unsplash.com/photos/a-table-topped-with-lots-of-books-and-papers-FBOcQp8geLY?utm_content=creditCopyText&amp;utm_medium=referral&amp;utm_source=unsplash"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unsplash.com/@jentheodore?utm_source=unsplash&amp;utm_medium=referral&amp;utm_content=creditCopyText"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s://unsplash.com/photos/boy-standing-near-tree-at-daytime-ivr9LQqIYr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unsplash.com/@enginakyurt?utm_content=creditCopyText&amp;utm_medium=referral&amp;utm_source=unsplash"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s://unsplash.com/photos/a-person-wearing-a-red-and-black-boxing-glove-P2aYOmAs5eM?utm_content=creditCopyText&amp;utm_medium=referral&amp;utm_source=unsplash"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unsplash.com/@micheile?utm_source=unsplash&amp;utm_medium=referral&amp;utm_content=creditCopyText"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unsplash.com/photos/green-plant-in-clear-glass-cup-SoT4-mZhyh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unsplash.com/@linkedinsalesnavigator?utm_content=creditCopyText&amp;utm_medium=referral&amp;utm_source=unsplash"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unsplash.com/photos/woman-in-black-jacket-sitting-beside-woman-in-white-blazer-IjkIOe-2fF4?utm_content=creditCopyText&amp;utm_medium=referral&amp;utm_source=unsplash" TargetMode="Externa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unsplash.com/@mattgyver?utm_source=unsplash&amp;utm_medium=referral&amp;utm_content=creditCopyText"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unsplash.com/photos/a-wooden-fence-with-a-metal-symbol-T1OBzujreFg?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unsplash.com/@heyquilia?utm_source=unsplash&amp;utm_medium=referral&amp;utm_content=creditCopyText"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unsplash.com/photos/red-wrong-way-signage-on-road--Cmz06-0btw?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unsplash.com/@ben_robbins?utm_content=creditCopyText&amp;utm_medium=referral&amp;utm_source=unsplash"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unsplash.com/photos/silver-framed-eyeglasses-on-yellow-surface-S20PlUJRviI?utm_content=creditCopyText&amp;utm_medium=referral&amp;utm_source=unsplash" TargetMode="Externa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unsplash.com/@andrewjoegeorge?utm_content=creditCopyText&amp;utm_medium=referral&amp;utm_source=unsplash"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unsplash.com/photos/man-in-black-suit-jacket-figurine-g-fm27_BRyQ?utm_content=creditCopyText&amp;utm_medium=referral&amp;utm_source=unsplash"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unsplash.com/@austindistel?utm_content=creditCopyText&amp;utm_medium=referral&amp;utm_source=unsplash"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s://unsplash.com/photos/smiling-man-reading-book-while-holding-mug-4r72LPFh4Ik?utm_content=creditCopyText&amp;utm_medium=referral&amp;utm_source=unsplash" TargetMode="Externa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unsplash.com/@luca42?utm_source=unsplash&amp;utm_medium=referral&amp;utm_content=creditCopyText" TargetMode="External"/><Relationship Id="rId2" Type="http://schemas.openxmlformats.org/officeDocument/2006/relationships/slide" Target="../slides/slide51.xml"/><Relationship Id="rId1" Type="http://schemas.openxmlformats.org/officeDocument/2006/relationships/notesMaster" Target="../notesMasters/notesMaster1.xml"/><Relationship Id="rId4" Type="http://schemas.openxmlformats.org/officeDocument/2006/relationships/hyperlink" Target="https://unsplash.com/photos/person-standing-near-the-cliff-of-the-mountain-ET244M6ZMN4?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news.harvard.edu/gazette/story/2015/05/portman-i-too-battled-self-doubt/"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unsplash.com/@enzo74?utm_source=unsplash&amp;utm_medium=referral&amp;utm_content=creditCopyText" TargetMode="External"/><Relationship Id="rId2" Type="http://schemas.openxmlformats.org/officeDocument/2006/relationships/slide" Target="../slides/slide64.xml"/><Relationship Id="rId1" Type="http://schemas.openxmlformats.org/officeDocument/2006/relationships/notesMaster" Target="../notesMasters/notesMaster1.xml"/><Relationship Id="rId4" Type="http://schemas.openxmlformats.org/officeDocument/2006/relationships/hyperlink" Target="https://unsplash.com/photos/man-with-steel-and-chainmail-armor-holding-sword-j_Ch0mwBNds?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unsplash.com/@johnarano?utm_content=creditCopyText&amp;utm_medium=referral&amp;utm_source=unsplash" TargetMode="External"/><Relationship Id="rId2" Type="http://schemas.openxmlformats.org/officeDocument/2006/relationships/slide" Target="../slides/slide66.xml"/><Relationship Id="rId1" Type="http://schemas.openxmlformats.org/officeDocument/2006/relationships/notesMaster" Target="../notesMasters/notesMaster1.xml"/><Relationship Id="rId4" Type="http://schemas.openxmlformats.org/officeDocument/2006/relationships/hyperlink" Target="https://unsplash.com/photos/woman-doing-weight-lifting-h4i9G-de7Po?utm_content=creditCopyText&amp;utm_medium=referral&amp;utm_source=unsplash" TargetMode="Externa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unsplash.com/@nathanael240606?utm_content=creditCopyText&amp;utm_medium=referral&amp;utm_source=unsplash" TargetMode="External"/><Relationship Id="rId2" Type="http://schemas.openxmlformats.org/officeDocument/2006/relationships/slide" Target="../slides/slide67.xml"/><Relationship Id="rId1" Type="http://schemas.openxmlformats.org/officeDocument/2006/relationships/notesMaster" Target="../notesMasters/notesMaster1.xml"/><Relationship Id="rId4" Type="http://schemas.openxmlformats.org/officeDocument/2006/relationships/hyperlink" Target="https://unsplash.com/photos/a-group-of-people-on-a-court-with-fencing-equipment-PIeY_2Y3LCM?utm_content=creditCopyText&amp;utm_medium=referral&amp;utm_source=unsplash" TargetMode="Externa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unsplash.com/@ukblacktech?utm_source=unsplash&amp;utm_medium=referral&amp;utm_content=creditCopyText" TargetMode="External"/><Relationship Id="rId2" Type="http://schemas.openxmlformats.org/officeDocument/2006/relationships/slide" Target="../slides/slide76.xml"/><Relationship Id="rId1" Type="http://schemas.openxmlformats.org/officeDocument/2006/relationships/notesMaster" Target="../notesMasters/notesMaster1.xml"/><Relationship Id="rId4" Type="http://schemas.openxmlformats.org/officeDocument/2006/relationships/hyperlink" Target="https://unsplash.com/photos/a-group-of-people-sitting-around-a-table-with-laptops-uZyE3w7khzw?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unsplash.com/@enginakyurt?utm_content=creditCopyText&amp;utm_medium=referral&amp;utm_source=unsplash" TargetMode="External"/><Relationship Id="rId2" Type="http://schemas.openxmlformats.org/officeDocument/2006/relationships/slide" Target="../slides/slide82.xml"/><Relationship Id="rId1" Type="http://schemas.openxmlformats.org/officeDocument/2006/relationships/notesMaster" Target="../notesMasters/notesMaster1.xml"/><Relationship Id="rId4" Type="http://schemas.openxmlformats.org/officeDocument/2006/relationships/hyperlink" Target="https://unsplash.com/photos/a-person-wearing-a-red-and-black-boxing-glove-P2aYOmAs5eM?utm_content=creditCopyText&amp;utm_medium=referral&amp;utm_source=unsplash" TargetMode="Externa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3" Type="http://schemas.openxmlformats.org/officeDocument/2006/relationships/hyperlink" Target="https://unsplash.com/@rkatieb?utm_content=creditCopyText&amp;utm_medium=referral&amp;utm_source=unsplash" TargetMode="External"/><Relationship Id="rId2" Type="http://schemas.openxmlformats.org/officeDocument/2006/relationships/slide" Target="../slides/slide87.xml"/><Relationship Id="rId1" Type="http://schemas.openxmlformats.org/officeDocument/2006/relationships/notesMaster" Target="../notesMasters/notesMaster1.xml"/><Relationship Id="rId4" Type="http://schemas.openxmlformats.org/officeDocument/2006/relationships/hyperlink" Target="https://unsplash.com/photos/a-close-up-of-a-red-and-green-leafy-plant-kZA00jVRdDg?utm_content=creditCopyText&amp;utm_medium=referral&amp;utm_source=unsplash" TargetMode="Externa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unsplash.com/@guillaumedegermain?utm_content=creditCopyText&amp;utm_medium=referral&amp;utm_source=unsplash" TargetMode="External"/><Relationship Id="rId2" Type="http://schemas.openxmlformats.org/officeDocument/2006/relationships/slide" Target="../slides/slide89.xml"/><Relationship Id="rId1" Type="http://schemas.openxmlformats.org/officeDocument/2006/relationships/notesMaster" Target="../notesMasters/notesMaster1.xml"/><Relationship Id="rId4" Type="http://schemas.openxmlformats.org/officeDocument/2006/relationships/hyperlink" Target="https://unsplash.com/photos/a-figurine-of-a-man-with-a-bat-on-top-of-a-rock-vo5_FtSVp-I?utm_content=creditCopyText&amp;utm_medium=referral&amp;utm_source=unsplash" TargetMode="Externa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unsplash.com/@hartonocreativestudio?utm_content=creditCopyText&amp;utm_medium=referral&amp;utm_source=unsplash" TargetMode="External"/><Relationship Id="rId2" Type="http://schemas.openxmlformats.org/officeDocument/2006/relationships/slide" Target="../slides/slide93.xml"/><Relationship Id="rId1" Type="http://schemas.openxmlformats.org/officeDocument/2006/relationships/notesMaster" Target="../notesMasters/notesMaster1.xml"/><Relationship Id="rId4" Type="http://schemas.openxmlformats.org/officeDocument/2006/relationships/hyperlink" Target="https://unsplash.com/photos/a-scale-with-the-words-fake-news-on-it-v9xYKxe5wok?utm_content=creditCopyText&amp;utm_medium=referral&amp;utm_source=unsplash" TargetMode="Externa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unsplash.com/@tingeyinjurylawfirm?utm_content=creditCopyText&amp;utm_medium=referral&amp;utm_source=unsplash" TargetMode="External"/><Relationship Id="rId2" Type="http://schemas.openxmlformats.org/officeDocument/2006/relationships/slide" Target="../slides/slide94.xml"/><Relationship Id="rId1" Type="http://schemas.openxmlformats.org/officeDocument/2006/relationships/notesMaster" Target="../notesMasters/notesMaster1.xml"/><Relationship Id="rId4" Type="http://schemas.openxmlformats.org/officeDocument/2006/relationships/hyperlink" Target="https://unsplash.com/photos/woman-holding-sword-statue-during-daytime-DZpc4UY8ZtY?utm_content=creditCopyText&amp;utm_medium=referral&amp;utm_source=unsplash" TargetMode="Externa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unsplash.com/@punttim?utm_content=creditCopyText&amp;utm_medium=referral&amp;utm_source=unsplash" TargetMode="External"/><Relationship Id="rId2" Type="http://schemas.openxmlformats.org/officeDocument/2006/relationships/slide" Target="../slides/slide98.xml"/><Relationship Id="rId1" Type="http://schemas.openxmlformats.org/officeDocument/2006/relationships/notesMaster" Target="../notesMasters/notesMaster1.xml"/><Relationship Id="rId4" Type="http://schemas.openxmlformats.org/officeDocument/2006/relationships/hyperlink" Target="https://unsplash.com/photos/man-wearing-white-top-using-macbook-1K9T5YiZ2WU?utm_content=creditCopyText&amp;utm_medium=referral&amp;utm_source=unsplash" TargetMode="Externa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unsplash.com/@chuttersnap?utm_content=creditCopyText&amp;utm_medium=referral&amp;utm_source=unsplash" TargetMode="External"/><Relationship Id="rId2" Type="http://schemas.openxmlformats.org/officeDocument/2006/relationships/slide" Target="../slides/slide100.xml"/><Relationship Id="rId1" Type="http://schemas.openxmlformats.org/officeDocument/2006/relationships/notesMaster" Target="../notesMasters/notesMaster1.xml"/><Relationship Id="rId4" Type="http://schemas.openxmlformats.org/officeDocument/2006/relationships/hyperlink" Target="https://unsplash.com/photos/top-view-photography-of-broken-ceramic-plate-cGXdjyP6-NU?utm_content=creditCopyText&amp;utm_medium=referral&amp;utm_source=unsplash" TargetMode="Externa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unsplash.com/@chuttersnap?utm_content=creditCopyText&amp;utm_medium=referral&amp;utm_source=unsplash" TargetMode="External"/><Relationship Id="rId2" Type="http://schemas.openxmlformats.org/officeDocument/2006/relationships/slide" Target="../slides/slide101.xml"/><Relationship Id="rId1" Type="http://schemas.openxmlformats.org/officeDocument/2006/relationships/notesMaster" Target="../notesMasters/notesMaster1.xml"/><Relationship Id="rId4" Type="http://schemas.openxmlformats.org/officeDocument/2006/relationships/hyperlink" Target="https://unsplash.com/photos/top-view-photography-of-broken-ceramic-plate-cGXdjyP6-NU?utm_content=creditCopyText&amp;utm_medium=referral&amp;utm_source=unsplash" TargetMode="Externa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3" Type="http://schemas.openxmlformats.org/officeDocument/2006/relationships/hyperlink" Target="https://unsplash.com/@maxvdo?utm_content=creditCopyText&amp;utm_medium=referral&amp;utm_source=unsplash" TargetMode="External"/><Relationship Id="rId2" Type="http://schemas.openxmlformats.org/officeDocument/2006/relationships/slide" Target="../slides/slide105.xml"/><Relationship Id="rId1" Type="http://schemas.openxmlformats.org/officeDocument/2006/relationships/notesMaster" Target="../notesMasters/notesMaster1.xml"/><Relationship Id="rId4" Type="http://schemas.openxmlformats.org/officeDocument/2006/relationships/hyperlink" Target="https://unsplash.com/photos/and-breathe-neon-sign-on-tre-buymYm3RQ3U?utm_content=creditCopyText&amp;utm_medium=referral&amp;utm_source=unsplash" TargetMode="Externa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unsplash.com/@krutota?utm_content=creditCopyText&amp;utm_medium=referral&amp;utm_source=unsplash" TargetMode="External"/><Relationship Id="rId2" Type="http://schemas.openxmlformats.org/officeDocument/2006/relationships/slide" Target="../slides/slide106.xml"/><Relationship Id="rId1" Type="http://schemas.openxmlformats.org/officeDocument/2006/relationships/notesMaster" Target="../notesMasters/notesMaster1.xml"/><Relationship Id="rId4" Type="http://schemas.openxmlformats.org/officeDocument/2006/relationships/hyperlink" Target="https://unsplash.com/photos/brown-bear-plush-toy-on-brown-textile-VvM8h5TnWUg?utm_content=creditCopyText&amp;utm_medium=referral&amp;utm_source=unsplash" TargetMode="External"/></Relationships>
</file>

<file path=ppt/notesSlides/_rels/notesSlide94.xml.rels><?xml version="1.0" encoding="UTF-8" standalone="yes"?>
<Relationships xmlns="http://schemas.openxmlformats.org/package/2006/relationships"><Relationship Id="rId3" Type="http://schemas.openxmlformats.org/officeDocument/2006/relationships/hyperlink" Target="https://unsplash.com/@timmossholder?utm_content=creditCopyText&amp;utm_medium=referral&amp;utm_source=unsplash" TargetMode="External"/><Relationship Id="rId2" Type="http://schemas.openxmlformats.org/officeDocument/2006/relationships/slide" Target="../slides/slide107.xml"/><Relationship Id="rId1" Type="http://schemas.openxmlformats.org/officeDocument/2006/relationships/notesMaster" Target="../notesMasters/notesMaster1.xml"/><Relationship Id="rId4" Type="http://schemas.openxmlformats.org/officeDocument/2006/relationships/hyperlink" Target="https://unsplash.com/photos/love-to-learn-pencil-signage-on-wall-near-walking-man-WE_Kv_ZB1l0?utm_content=creditCopyText&amp;utm_medium=referral&amp;utm_source=unsplash" TargetMode="External"/></Relationships>
</file>

<file path=ppt/notesSlides/_rels/notesSlide95.xml.rels><?xml version="1.0" encoding="UTF-8" standalone="yes"?>
<Relationships xmlns="http://schemas.openxmlformats.org/package/2006/relationships"><Relationship Id="rId3" Type="http://schemas.openxmlformats.org/officeDocument/2006/relationships/hyperlink" Target="https://unsplash.com/@markowihu?utm_content=creditCopyText&amp;utm_medium=referral&amp;utm_source=unsplash" TargetMode="External"/><Relationship Id="rId2" Type="http://schemas.openxmlformats.org/officeDocument/2006/relationships/slide" Target="../slides/slide108.xml"/><Relationship Id="rId1" Type="http://schemas.openxmlformats.org/officeDocument/2006/relationships/notesMaster" Target="../notesMasters/notesMaster1.xml"/><Relationship Id="rId4" Type="http://schemas.openxmlformats.org/officeDocument/2006/relationships/hyperlink" Target="https://unsplash.com/photos/a-tape-measure-is-on-a-wooden-table-VdB1EHqEzX0?utm_content=creditCopyText&amp;utm_medium=referral&amp;utm_source=unsplash" TargetMode="Externa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unsplash.com/@wadeaustinellis?utm_content=creditCopyText&amp;utm_medium=referral&amp;utm_source=unsplash" TargetMode="External"/><Relationship Id="rId2" Type="http://schemas.openxmlformats.org/officeDocument/2006/relationships/slide" Target="../slides/slide110.xml"/><Relationship Id="rId1" Type="http://schemas.openxmlformats.org/officeDocument/2006/relationships/notesMaster" Target="../notesMasters/notesMaster1.xml"/><Relationship Id="rId4" Type="http://schemas.openxmlformats.org/officeDocument/2006/relationships/hyperlink" Target="https://unsplash.com/photos/woman-hugging-a-dog-FtuJIuBbUhI?utm_content=creditCopyText&amp;utm_medium=referral&amp;utm_source=unsplash" TargetMode="Externa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3" Type="http://schemas.openxmlformats.org/officeDocument/2006/relationships/hyperlink" Target="https://www.flickr.com/photos/pantera-rosa/5926389312/in/photolist-a2Gi55-pMv2Z9-g3Dqwo-bttZkC-fWXbQC-KmCgh-5nMg9D-9q45GN-ak3yBH-nG8SYw-e4X2Qa-CiRb5o-shFvPt-qKtuyS-Tq3cNZ-nfUXYP-8WPEu6-78tWEj-efzET5-5jwS9n-mXzE56-csneAy-b75XAz-di5Aaz-waYVoR-eMFe1K-Lx45v-72BDhm-rYwSLx-8gQKrf-28TNDf-6huoZU-ZkPyQA-7q9CSD-WB4LAY-6nuioZ-dPPjW8-26Q4Mev-ng1t1C-9YxS1D-6AwU3o-dkEymU-7Hynhx-dc9EWW-jMwwSa-ourUSe-JwGZNs-ovdRWj-71igLv-6Ct16X" TargetMode="External"/><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3" Type="http://schemas.openxmlformats.org/officeDocument/2006/relationships/hyperlink" Target="https://unsplash.com/@kat_von_wood?utm_source=unsplash&amp;utm_medium=referral&amp;utm_content=creditCopyText" TargetMode="External"/><Relationship Id="rId2" Type="http://schemas.openxmlformats.org/officeDocument/2006/relationships/slide" Target="../slides/slide135.xml"/><Relationship Id="rId1" Type="http://schemas.openxmlformats.org/officeDocument/2006/relationships/notesMaster" Target="../notesMasters/notesMaster1.xml"/><Relationship Id="rId4" Type="http://schemas.openxmlformats.org/officeDocument/2006/relationships/hyperlink" Target="https://unsplash.com/photos/person-raising-hand-in-a-classroom-setting-with-audience-W1HWLCLDeN4?utm_source=unsplash&amp;utm_medium=referral&amp;utm_content=creditCopyText" TargetMode="Externa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3" Type="http://schemas.openxmlformats.org/officeDocument/2006/relationships/hyperlink" Target="https://unsplash.com/@mnaeemad?utm_source=unsplash&amp;utm_medium=referral&amp;utm_content=creditCopyText" TargetMode="External"/><Relationship Id="rId2" Type="http://schemas.openxmlformats.org/officeDocument/2006/relationships/slide" Target="../slides/slide139.xml"/><Relationship Id="rId1" Type="http://schemas.openxmlformats.org/officeDocument/2006/relationships/notesMaster" Target="../notesMasters/notesMaster1.xml"/><Relationship Id="rId4" Type="http://schemas.openxmlformats.org/officeDocument/2006/relationships/hyperlink" Target="https://unsplash.com/photos/a-man-in-a-suit-talking-on-a-cell-phone-5yRd7PlGSJw?utm_source=unsplash&amp;utm_medium=referral&amp;utm_content=creditCopyText" TargetMode="External"/></Relationships>
</file>

<file path=ppt/notesSlides/_rels/notesSlide121.xml.rels><?xml version="1.0" encoding="UTF-8" standalone="yes"?>
<Relationships xmlns="http://schemas.openxmlformats.org/package/2006/relationships"><Relationship Id="rId3" Type="http://schemas.openxmlformats.org/officeDocument/2006/relationships/hyperlink" Target="https://unsplash.com/@silverkblack?utm_source=unsplash&amp;utm_medium=referral&amp;utm_content=creditCopyText" TargetMode="External"/><Relationship Id="rId2" Type="http://schemas.openxmlformats.org/officeDocument/2006/relationships/slide" Target="../slides/slide141.xml"/><Relationship Id="rId1" Type="http://schemas.openxmlformats.org/officeDocument/2006/relationships/notesMaster" Target="../notesMasters/notesMaster1.xml"/><Relationship Id="rId4" Type="http://schemas.openxmlformats.org/officeDocument/2006/relationships/hyperlink" Target="https://unsplash.com/photos/young-woman-with-hand-on-chin-thinking-W7emkE5Dpbo?utm_source=unsplash&amp;utm_medium=referral&amp;utm_content=creditCopyText" TargetMode="Externa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3" Type="http://schemas.openxmlformats.org/officeDocument/2006/relationships/hyperlink" Target="https://unsplash.com/@enginakyurt?utm_content=creditCopyText&amp;utm_medium=referral&amp;utm_source=unsplash" TargetMode="External"/><Relationship Id="rId2" Type="http://schemas.openxmlformats.org/officeDocument/2006/relationships/slide" Target="../slides/slide147.xml"/><Relationship Id="rId1" Type="http://schemas.openxmlformats.org/officeDocument/2006/relationships/notesMaster" Target="../notesMasters/notesMaster1.xml"/><Relationship Id="rId4" Type="http://schemas.openxmlformats.org/officeDocument/2006/relationships/hyperlink" Target="https://unsplash.com/photos/a-person-wearing-a-red-and-black-boxing-glove-P2aYOmAs5eM?utm_content=creditCopyText&amp;utm_medium=referral&amp;utm_source=unsplash" TargetMode="Externa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3" Type="http://schemas.openxmlformats.org/officeDocument/2006/relationships/hyperlink" Target="https://unsplash.com/@rkatieb?utm_content=creditCopyText&amp;utm_medium=referral&amp;utm_source=unsplash" TargetMode="External"/><Relationship Id="rId2" Type="http://schemas.openxmlformats.org/officeDocument/2006/relationships/slide" Target="../slides/slide149.xml"/><Relationship Id="rId1" Type="http://schemas.openxmlformats.org/officeDocument/2006/relationships/notesMaster" Target="../notesMasters/notesMaster1.xml"/><Relationship Id="rId4" Type="http://schemas.openxmlformats.org/officeDocument/2006/relationships/hyperlink" Target="https://unsplash.com/photos/a-close-up-of-a-red-and-green-leafy-plant-kZA00jVRdDg?utm_content=creditCopyText&amp;utm_medium=referral&amp;utm_source=unsplash" TargetMode="Externa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3" Type="http://schemas.openxmlformats.org/officeDocument/2006/relationships/hyperlink" Target="https://unsplash.com/@chuttersnap?utm_content=creditCopyText&amp;utm_medium=referral&amp;utm_source=unsplash" TargetMode="External"/><Relationship Id="rId2" Type="http://schemas.openxmlformats.org/officeDocument/2006/relationships/slide" Target="../slides/slide151.xml"/><Relationship Id="rId1" Type="http://schemas.openxmlformats.org/officeDocument/2006/relationships/notesMaster" Target="../notesMasters/notesMaster1.xml"/><Relationship Id="rId4" Type="http://schemas.openxmlformats.org/officeDocument/2006/relationships/hyperlink" Target="https://unsplash.com/photos/top-view-photography-of-broken-ceramic-plate-cGXdjyP6-NU?utm_content=creditCopyText&amp;utm_medium=referral&amp;utm_source=unsplash" TargetMode="Externa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3" Type="http://schemas.openxmlformats.org/officeDocument/2006/relationships/hyperlink" Target="https://unsplash.com/@dodancs?utm_source=unsplash&amp;utm_medium=referral&amp;utm_content=creditCopyText" TargetMode="External"/><Relationship Id="rId2" Type="http://schemas.openxmlformats.org/officeDocument/2006/relationships/slide" Target="../slides/slide157.xml"/><Relationship Id="rId1" Type="http://schemas.openxmlformats.org/officeDocument/2006/relationships/notesMaster" Target="../notesMasters/notesMaster1.xml"/><Relationship Id="rId4" Type="http://schemas.openxmlformats.org/officeDocument/2006/relationships/hyperlink" Target="https://unsplash.com/photos/person-holding-a-phone-near-cliff-during-daytime-YumiD4DmYBA?utm_source=unsplash&amp;utm_medium=referral&amp;utm_content=creditCopyText" TargetMode="External"/></Relationships>
</file>

<file path=ppt/notesSlides/_rels/notesSlide136.xml.rels><?xml version="1.0" encoding="UTF-8" standalone="yes"?>
<Relationships xmlns="http://schemas.openxmlformats.org/package/2006/relationships"><Relationship Id="rId3" Type="http://schemas.openxmlformats.org/officeDocument/2006/relationships/hyperlink" Target="https://unsplash.com/@chrismporter?utm_source=unsplash&amp;utm_medium=referral&amp;utm_content=creditCopyText" TargetMode="External"/><Relationship Id="rId2" Type="http://schemas.openxmlformats.org/officeDocument/2006/relationships/slide" Target="../slides/slide163.xml"/><Relationship Id="rId1" Type="http://schemas.openxmlformats.org/officeDocument/2006/relationships/notesMaster" Target="../notesMasters/notesMaster1.xml"/><Relationship Id="rId4" Type="http://schemas.openxmlformats.org/officeDocument/2006/relationships/hyperlink" Target="https://unsplash.com/photos/a-large-yellow-building-with-a-sign-B-YSiWO0Z7w?utm_source=unsplash&amp;utm_medium=referral&amp;utm_content=creditCopyText" TargetMode="External"/></Relationships>
</file>

<file path=ppt/notesSlides/_rels/notesSlide137.xml.rels><?xml version="1.0" encoding="UTF-8" standalone="yes"?>
<Relationships xmlns="http://schemas.openxmlformats.org/package/2006/relationships"><Relationship Id="rId3" Type="http://schemas.openxmlformats.org/officeDocument/2006/relationships/hyperlink" Target="https://unsplash.com/@dmey503?utm_content=creditCopyText&amp;utm_medium=referral&amp;utm_source=unsplash" TargetMode="External"/><Relationship Id="rId2" Type="http://schemas.openxmlformats.org/officeDocument/2006/relationships/slide" Target="../slides/slide164.xml"/><Relationship Id="rId1" Type="http://schemas.openxmlformats.org/officeDocument/2006/relationships/notesMaster" Target="../notesMasters/notesMaster1.xml"/><Relationship Id="rId4" Type="http://schemas.openxmlformats.org/officeDocument/2006/relationships/hyperlink" Target="https://unsplash.com/photos/dont-give-up-you-are-not-alone-you-matter-signage-on-metal-fence-hluOJZjLVXc?utm_content=creditCopyText&amp;utm_medium=referral&amp;utm_source=unsplash" TargetMode="Externa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B8BF63-7686-493A-8B6E-EE88A0F21868}" type="slidenum">
              <a:rPr lang="en-GB" smtClean="0"/>
              <a:t>1</a:t>
            </a:fld>
            <a:endParaRPr lang="en-GB"/>
          </a:p>
        </p:txBody>
      </p:sp>
    </p:spTree>
    <p:extLst>
      <p:ext uri="{BB962C8B-B14F-4D97-AF65-F5344CB8AC3E}">
        <p14:creationId xmlns:p14="http://schemas.microsoft.com/office/powerpoint/2010/main" val="124588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Photo by </a:t>
            </a:r>
            <a:r>
              <a:rPr lang="en-US">
                <a:hlinkClick r:id="rId3"/>
              </a:rPr>
              <a:t>Sander Sammy</a:t>
            </a:r>
            <a:r>
              <a:rPr lang="en-US"/>
              <a:t> on </a:t>
            </a:r>
            <a:r>
              <a:rPr lang="en-US" err="1">
                <a:hlinkClick r:id="rId4"/>
              </a:rPr>
              <a:t>Unsplash</a:t>
            </a:r>
            <a:r>
              <a:rPr lang="en-US"/>
              <a:t> </a:t>
            </a:r>
          </a:p>
          <a:p>
            <a:r>
              <a:rPr lang="en-US"/>
              <a:t>This is the session title, hopefully you are in the right place?</a:t>
            </a:r>
          </a:p>
        </p:txBody>
      </p:sp>
      <p:sp>
        <p:nvSpPr>
          <p:cNvPr id="4" name="Slide Number Placeholder 3"/>
          <p:cNvSpPr>
            <a:spLocks noGrp="1"/>
          </p:cNvSpPr>
          <p:nvPr>
            <p:ph type="sldNum" sz="quarter" idx="5"/>
          </p:nvPr>
        </p:nvSpPr>
        <p:spPr/>
        <p:txBody>
          <a:bodyPr/>
          <a:lstStyle/>
          <a:p>
            <a:fld id="{90B8BF63-7686-493A-8B6E-EE88A0F21868}" type="slidenum">
              <a:t>2</a:t>
            </a:fld>
            <a:endParaRPr lang="en-GB"/>
          </a:p>
        </p:txBody>
      </p:sp>
    </p:spTree>
    <p:extLst>
      <p:ext uri="{BB962C8B-B14F-4D97-AF65-F5344CB8AC3E}">
        <p14:creationId xmlns:p14="http://schemas.microsoft.com/office/powerpoint/2010/main" val="3947705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Thought it would be a nice way to start the session</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4</a:t>
            </a:fld>
            <a:endParaRPr lang="en-GB"/>
          </a:p>
        </p:txBody>
      </p:sp>
    </p:spTree>
    <p:extLst>
      <p:ext uri="{BB962C8B-B14F-4D97-AF65-F5344CB8AC3E}">
        <p14:creationId xmlns:p14="http://schemas.microsoft.com/office/powerpoint/2010/main" val="238976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Photo by </a:t>
            </a:r>
            <a:r>
              <a:rPr lang="en-US">
                <a:hlinkClick r:id="rId3"/>
              </a:rPr>
              <a:t>Daniel Schludi</a:t>
            </a:r>
            <a:r>
              <a:rPr lang="en-US"/>
              <a:t> on </a:t>
            </a:r>
            <a:r>
              <a:rPr lang="en-US" err="1">
                <a:hlinkClick r:id="rId4"/>
              </a:rPr>
              <a:t>Unsplash</a:t>
            </a:r>
            <a:r>
              <a:rPr lang="en-US"/>
              <a:t> </a:t>
            </a:r>
          </a:p>
          <a:p>
            <a:r>
              <a:rPr lang="en-US"/>
              <a:t>Let me start this session with a story</a:t>
            </a:r>
          </a:p>
        </p:txBody>
      </p:sp>
      <p:sp>
        <p:nvSpPr>
          <p:cNvPr id="4" name="Slide Number Placeholder 3"/>
          <p:cNvSpPr>
            <a:spLocks noGrp="1"/>
          </p:cNvSpPr>
          <p:nvPr>
            <p:ph type="sldNum" sz="quarter" idx="5"/>
          </p:nvPr>
        </p:nvSpPr>
        <p:spPr/>
        <p:txBody>
          <a:bodyPr/>
          <a:lstStyle/>
          <a:p>
            <a:fld id="{90B8BF63-7686-493A-8B6E-EE88A0F21868}" type="slidenum">
              <a:t>5</a:t>
            </a:fld>
            <a:endParaRPr lang="en-GB"/>
          </a:p>
        </p:txBody>
      </p:sp>
    </p:spTree>
    <p:extLst>
      <p:ext uri="{BB962C8B-B14F-4D97-AF65-F5344CB8AC3E}">
        <p14:creationId xmlns:p14="http://schemas.microsoft.com/office/powerpoint/2010/main" val="996237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Many years ago</a:t>
            </a:r>
          </a:p>
          <a:p>
            <a:r>
              <a:rPr lang="en-GB"/>
              <a:t>SQL Grill had new speaker track </a:t>
            </a:r>
          </a:p>
          <a:p>
            <a:r>
              <a:rPr lang="en-GB"/>
              <a:t>Never spoken at technical conferences and wanted to speak</a:t>
            </a:r>
          </a:p>
        </p:txBody>
      </p:sp>
      <p:sp>
        <p:nvSpPr>
          <p:cNvPr id="4" name="Slide Number Placeholder 3"/>
          <p:cNvSpPr>
            <a:spLocks noGrp="1"/>
          </p:cNvSpPr>
          <p:nvPr>
            <p:ph type="sldNum" sz="quarter" idx="5"/>
          </p:nvPr>
        </p:nvSpPr>
        <p:spPr/>
        <p:txBody>
          <a:bodyPr/>
          <a:lstStyle/>
          <a:p>
            <a:fld id="{90B8BF63-7686-493A-8B6E-EE88A0F21868}" type="slidenum">
              <a:rPr lang="en-GB" smtClean="0"/>
              <a:t>6</a:t>
            </a:fld>
            <a:endParaRPr lang="en-GB"/>
          </a:p>
        </p:txBody>
      </p:sp>
    </p:spTree>
    <p:extLst>
      <p:ext uri="{BB962C8B-B14F-4D97-AF65-F5344CB8AC3E}">
        <p14:creationId xmlns:p14="http://schemas.microsoft.com/office/powerpoint/2010/main" val="2980830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Photo by </a:t>
            </a:r>
            <a:r>
              <a:rPr lang="en-US">
                <a:hlinkClick r:id="rId3"/>
              </a:rPr>
              <a:t>AbsolutVision</a:t>
            </a:r>
            <a:r>
              <a:rPr lang="en-US"/>
              <a:t> on </a:t>
            </a:r>
            <a:r>
              <a:rPr lang="en-US" err="1">
                <a:hlinkClick r:id="rId4"/>
              </a:rPr>
              <a:t>Unsplash</a:t>
            </a:r>
            <a:r>
              <a:rPr lang="en-US"/>
              <a:t> </a:t>
            </a:r>
          </a:p>
          <a:p>
            <a:r>
              <a:rPr lang="en-US"/>
              <a:t>Thought this would be really good for a friend of my to submit to the conference</a:t>
            </a:r>
          </a:p>
          <a:p>
            <a:r>
              <a:rPr lang="en-US"/>
              <a:t>They might have a different idea!</a:t>
            </a:r>
            <a:br>
              <a:rPr lang="en-US"/>
            </a:br>
            <a:br>
              <a:rPr lang="en-US"/>
            </a:br>
            <a:endParaRPr lang="en-US"/>
          </a:p>
        </p:txBody>
      </p:sp>
      <p:sp>
        <p:nvSpPr>
          <p:cNvPr id="4" name="Slide Number Placeholder 3"/>
          <p:cNvSpPr>
            <a:spLocks noGrp="1"/>
          </p:cNvSpPr>
          <p:nvPr>
            <p:ph type="sldNum" sz="quarter" idx="5"/>
          </p:nvPr>
        </p:nvSpPr>
        <p:spPr/>
        <p:txBody>
          <a:bodyPr/>
          <a:lstStyle/>
          <a:p>
            <a:fld id="{90B8BF63-7686-493A-8B6E-EE88A0F21868}" type="slidenum">
              <a:rPr lang="en-GB"/>
              <a:t>7</a:t>
            </a:fld>
            <a:endParaRPr lang="en-GB"/>
          </a:p>
        </p:txBody>
      </p:sp>
    </p:spTree>
    <p:extLst>
      <p:ext uri="{BB962C8B-B14F-4D97-AF65-F5344CB8AC3E}">
        <p14:creationId xmlns:p14="http://schemas.microsoft.com/office/powerpoint/2010/main" val="3699242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Cytonn</a:t>
            </a:r>
            <a:r>
              <a:rPr lang="en-GB">
                <a:hlinkClick r:id="rId3"/>
              </a:rPr>
              <a:t> Photography</a:t>
            </a:r>
            <a:r>
              <a:rPr lang="en-GB"/>
              <a:t> on </a:t>
            </a:r>
            <a:r>
              <a:rPr lang="en-GB" err="1">
                <a:hlinkClick r:id="rId4"/>
              </a:rPr>
              <a:t>Unsplash</a:t>
            </a:r>
            <a:r>
              <a:rPr lang="en-GB"/>
              <a:t> </a:t>
            </a:r>
          </a:p>
          <a:p>
            <a:r>
              <a:rPr lang="en-GB"/>
              <a:t>Made a deal if he submitted I would submit</a:t>
            </a:r>
          </a:p>
        </p:txBody>
      </p:sp>
      <p:sp>
        <p:nvSpPr>
          <p:cNvPr id="4" name="Slide Number Placeholder 3"/>
          <p:cNvSpPr>
            <a:spLocks noGrp="1"/>
          </p:cNvSpPr>
          <p:nvPr>
            <p:ph type="sldNum" sz="quarter" idx="5"/>
          </p:nvPr>
        </p:nvSpPr>
        <p:spPr/>
        <p:txBody>
          <a:bodyPr/>
          <a:lstStyle/>
          <a:p>
            <a:fld id="{90B8BF63-7686-493A-8B6E-EE88A0F21868}" type="slidenum">
              <a:rPr lang="en-GB" smtClean="0"/>
              <a:t>8</a:t>
            </a:fld>
            <a:endParaRPr lang="en-GB"/>
          </a:p>
        </p:txBody>
      </p:sp>
    </p:spTree>
    <p:extLst>
      <p:ext uri="{BB962C8B-B14F-4D97-AF65-F5344CB8AC3E}">
        <p14:creationId xmlns:p14="http://schemas.microsoft.com/office/powerpoint/2010/main" val="1490457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DS stories: https://www.pexels.com/photo/word-never-combined-of-scrabble-tiles-6005514/</a:t>
            </a:r>
          </a:p>
          <a:p>
            <a:r>
              <a:rPr lang="en-GB">
                <a:effectLst/>
              </a:rPr>
              <a:t>Confident that my sessions would not get picked</a:t>
            </a:r>
          </a:p>
        </p:txBody>
      </p:sp>
      <p:sp>
        <p:nvSpPr>
          <p:cNvPr id="4" name="Slide Number Placeholder 3"/>
          <p:cNvSpPr>
            <a:spLocks noGrp="1"/>
          </p:cNvSpPr>
          <p:nvPr>
            <p:ph type="sldNum" sz="quarter" idx="5"/>
          </p:nvPr>
        </p:nvSpPr>
        <p:spPr/>
        <p:txBody>
          <a:bodyPr/>
          <a:lstStyle/>
          <a:p>
            <a:fld id="{90B8BF63-7686-493A-8B6E-EE88A0F21868}" type="slidenum">
              <a:rPr lang="en-GB" smtClean="0"/>
              <a:t>9</a:t>
            </a:fld>
            <a:endParaRPr lang="en-GB"/>
          </a:p>
        </p:txBody>
      </p:sp>
    </p:spTree>
    <p:extLst>
      <p:ext uri="{BB962C8B-B14F-4D97-AF65-F5344CB8AC3E}">
        <p14:creationId xmlns:p14="http://schemas.microsoft.com/office/powerpoint/2010/main" val="1670620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we submitted the sessions, I was confident they would never be picked</a:t>
            </a:r>
          </a:p>
        </p:txBody>
      </p:sp>
      <p:sp>
        <p:nvSpPr>
          <p:cNvPr id="4" name="Slide Number Placeholder 3"/>
          <p:cNvSpPr>
            <a:spLocks noGrp="1"/>
          </p:cNvSpPr>
          <p:nvPr>
            <p:ph type="sldNum" sz="quarter" idx="5"/>
          </p:nvPr>
        </p:nvSpPr>
        <p:spPr/>
        <p:txBody>
          <a:bodyPr/>
          <a:lstStyle/>
          <a:p>
            <a:fld id="{90B8BF63-7686-493A-8B6E-EE88A0F21868}" type="slidenum">
              <a:rPr lang="en-GB" smtClean="0"/>
              <a:t>10</a:t>
            </a:fld>
            <a:endParaRPr lang="en-GB"/>
          </a:p>
        </p:txBody>
      </p:sp>
    </p:spTree>
    <p:extLst>
      <p:ext uri="{BB962C8B-B14F-4D97-AF65-F5344CB8AC3E}">
        <p14:creationId xmlns:p14="http://schemas.microsoft.com/office/powerpoint/2010/main" val="1489864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William Durkin and Ben </a:t>
            </a:r>
            <a:r>
              <a:rPr lang="en-GB" err="1"/>
              <a:t>Wiessman</a:t>
            </a:r>
            <a:r>
              <a:rPr lang="en-GB"/>
              <a:t> had other ideas</a:t>
            </a:r>
          </a:p>
        </p:txBody>
      </p:sp>
      <p:sp>
        <p:nvSpPr>
          <p:cNvPr id="4" name="Slide Number Placeholder 3"/>
          <p:cNvSpPr>
            <a:spLocks noGrp="1"/>
          </p:cNvSpPr>
          <p:nvPr>
            <p:ph type="sldNum" sz="quarter" idx="5"/>
          </p:nvPr>
        </p:nvSpPr>
        <p:spPr/>
        <p:txBody>
          <a:bodyPr/>
          <a:lstStyle/>
          <a:p>
            <a:fld id="{90B8BF63-7686-493A-8B6E-EE88A0F21868}" type="slidenum">
              <a:rPr lang="en-GB" smtClean="0"/>
              <a:t>11</a:t>
            </a:fld>
            <a:endParaRPr lang="en-GB"/>
          </a:p>
        </p:txBody>
      </p:sp>
    </p:spTree>
    <p:extLst>
      <p:ext uri="{BB962C8B-B14F-4D97-AF65-F5344CB8AC3E}">
        <p14:creationId xmlns:p14="http://schemas.microsoft.com/office/powerpoint/2010/main" val="2960284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Miguel Á. </a:t>
            </a:r>
            <a:r>
              <a:rPr lang="en-GB" err="1">
                <a:effectLst/>
              </a:rPr>
              <a:t>Padriñán</a:t>
            </a:r>
            <a:r>
              <a:rPr lang="en-GB">
                <a:effectLst/>
              </a:rPr>
              <a:t>: https://www.pexels.com/photo/close-up-shot-of-keys-on-a-red-surface-2882686/</a:t>
            </a:r>
          </a:p>
          <a:p>
            <a:r>
              <a:rPr lang="en-GB">
                <a:effectLst/>
              </a:rPr>
              <a:t>The selection committee said Yes !</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12</a:t>
            </a:fld>
            <a:endParaRPr lang="en-GB"/>
          </a:p>
        </p:txBody>
      </p:sp>
    </p:spTree>
    <p:extLst>
      <p:ext uri="{BB962C8B-B14F-4D97-AF65-F5344CB8AC3E}">
        <p14:creationId xmlns:p14="http://schemas.microsoft.com/office/powerpoint/2010/main" val="3216156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Photo by </a:t>
            </a:r>
            <a:r>
              <a:rPr lang="en-US">
                <a:hlinkClick r:id="rId3"/>
              </a:rPr>
              <a:t>Andrey Metelev</a:t>
            </a:r>
            <a:r>
              <a:rPr lang="en-US"/>
              <a:t> on </a:t>
            </a:r>
            <a:r>
              <a:rPr lang="en-US" err="1">
                <a:hlinkClick r:id="rId4"/>
              </a:rPr>
              <a:t>Unsplash</a:t>
            </a:r>
            <a:r>
              <a:rPr lang="en-US"/>
              <a:t> </a:t>
            </a:r>
          </a:p>
          <a:p>
            <a:r>
              <a:rPr lang="en-US"/>
              <a:t>So I panicked</a:t>
            </a:r>
          </a:p>
        </p:txBody>
      </p:sp>
      <p:sp>
        <p:nvSpPr>
          <p:cNvPr id="4" name="Slide Number Placeholder 3"/>
          <p:cNvSpPr>
            <a:spLocks noGrp="1"/>
          </p:cNvSpPr>
          <p:nvPr>
            <p:ph type="sldNum" sz="quarter" idx="5"/>
          </p:nvPr>
        </p:nvSpPr>
        <p:spPr/>
        <p:txBody>
          <a:bodyPr/>
          <a:lstStyle/>
          <a:p>
            <a:fld id="{90B8BF63-7686-493A-8B6E-EE88A0F21868}" type="slidenum">
              <a:t>13</a:t>
            </a:fld>
            <a:endParaRPr lang="en-GB"/>
          </a:p>
        </p:txBody>
      </p:sp>
    </p:spTree>
    <p:extLst>
      <p:ext uri="{BB962C8B-B14F-4D97-AF65-F5344CB8AC3E}">
        <p14:creationId xmlns:p14="http://schemas.microsoft.com/office/powerpoint/2010/main" val="974104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John </a:t>
            </a:r>
            <a:r>
              <a:rPr lang="en-GB" err="1">
                <a:hlinkClick r:id="rId3"/>
              </a:rPr>
              <a:t>Schnobrich</a:t>
            </a:r>
            <a:r>
              <a:rPr lang="en-GB"/>
              <a:t> on </a:t>
            </a:r>
            <a:r>
              <a:rPr lang="en-GB" err="1">
                <a:hlinkClick r:id="rId4"/>
              </a:rPr>
              <a:t>Unsplash</a:t>
            </a:r>
            <a:r>
              <a:rPr lang="en-GB"/>
              <a:t> </a:t>
            </a:r>
          </a:p>
          <a:p>
            <a:r>
              <a:rPr lang="en-GB"/>
              <a:t>So I started planning my presentation</a:t>
            </a:r>
          </a:p>
        </p:txBody>
      </p:sp>
      <p:sp>
        <p:nvSpPr>
          <p:cNvPr id="4" name="Slide Number Placeholder 3"/>
          <p:cNvSpPr>
            <a:spLocks noGrp="1"/>
          </p:cNvSpPr>
          <p:nvPr>
            <p:ph type="sldNum" sz="quarter" idx="5"/>
          </p:nvPr>
        </p:nvSpPr>
        <p:spPr/>
        <p:txBody>
          <a:bodyPr/>
          <a:lstStyle/>
          <a:p>
            <a:fld id="{90B8BF63-7686-493A-8B6E-EE88A0F21868}" type="slidenum">
              <a:rPr lang="en-GB" smtClean="0"/>
              <a:t>14</a:t>
            </a:fld>
            <a:endParaRPr lang="en-GB"/>
          </a:p>
        </p:txBody>
      </p:sp>
    </p:spTree>
    <p:extLst>
      <p:ext uri="{BB962C8B-B14F-4D97-AF65-F5344CB8AC3E}">
        <p14:creationId xmlns:p14="http://schemas.microsoft.com/office/powerpoint/2010/main" val="265420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cottonbro</a:t>
            </a:r>
            <a:r>
              <a:rPr lang="en-GB">
                <a:effectLst/>
              </a:rPr>
              <a:t> studio: https://www.pexels.com/photo/two-men-acting-on-stage-6896333/</a:t>
            </a:r>
          </a:p>
          <a:p>
            <a:r>
              <a:rPr lang="en-GB">
                <a:effectLst/>
              </a:rPr>
              <a:t>So rehearsed,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effectLst/>
              </a:rPr>
              <a:t>Then rehearsed,</a:t>
            </a:r>
          </a:p>
          <a:p>
            <a:r>
              <a:rPr lang="en-GB">
                <a:effectLst/>
              </a:rPr>
              <a:t>Then rehearsed and rehearsed</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a:t>
            </a:fld>
            <a:endParaRPr lang="en-GB"/>
          </a:p>
        </p:txBody>
      </p:sp>
    </p:spTree>
    <p:extLst>
      <p:ext uri="{BB962C8B-B14F-4D97-AF65-F5344CB8AC3E}">
        <p14:creationId xmlns:p14="http://schemas.microsoft.com/office/powerpoint/2010/main" val="3194697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Gianandrea</a:t>
            </a:r>
            <a:r>
              <a:rPr lang="en-GB">
                <a:hlinkClick r:id="rId3"/>
              </a:rPr>
              <a:t> Villa</a:t>
            </a:r>
            <a:r>
              <a:rPr lang="en-GB"/>
              <a:t> on </a:t>
            </a:r>
            <a:r>
              <a:rPr lang="en-GB" err="1">
                <a:hlinkClick r:id="rId4"/>
              </a:rPr>
              <a:t>Unsplash</a:t>
            </a:r>
            <a:r>
              <a:rPr lang="en-GB"/>
              <a:t> </a:t>
            </a:r>
          </a:p>
          <a:p>
            <a:r>
              <a:rPr lang="en-GB"/>
              <a:t>Whilst doing my rehearsals I recorded some of the sessions</a:t>
            </a:r>
          </a:p>
        </p:txBody>
      </p:sp>
      <p:sp>
        <p:nvSpPr>
          <p:cNvPr id="4" name="Slide Number Placeholder 3"/>
          <p:cNvSpPr>
            <a:spLocks noGrp="1"/>
          </p:cNvSpPr>
          <p:nvPr>
            <p:ph type="sldNum" sz="quarter" idx="5"/>
          </p:nvPr>
        </p:nvSpPr>
        <p:spPr/>
        <p:txBody>
          <a:bodyPr/>
          <a:lstStyle/>
          <a:p>
            <a:fld id="{90B8BF63-7686-493A-8B6E-EE88A0F21868}" type="slidenum">
              <a:rPr lang="en-GB" smtClean="0"/>
              <a:t>16</a:t>
            </a:fld>
            <a:endParaRPr lang="en-GB"/>
          </a:p>
        </p:txBody>
      </p:sp>
    </p:spTree>
    <p:extLst>
      <p:ext uri="{BB962C8B-B14F-4D97-AF65-F5344CB8AC3E}">
        <p14:creationId xmlns:p14="http://schemas.microsoft.com/office/powerpoint/2010/main" val="186219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Catherine asked me to send here a my session recording so should could give me some pointers</a:t>
            </a:r>
          </a:p>
        </p:txBody>
      </p:sp>
      <p:sp>
        <p:nvSpPr>
          <p:cNvPr id="4" name="Slide Number Placeholder 3"/>
          <p:cNvSpPr>
            <a:spLocks noGrp="1"/>
          </p:cNvSpPr>
          <p:nvPr>
            <p:ph type="sldNum" sz="quarter" idx="5"/>
          </p:nvPr>
        </p:nvSpPr>
        <p:spPr/>
        <p:txBody>
          <a:bodyPr/>
          <a:lstStyle/>
          <a:p>
            <a:fld id="{90B8BF63-7686-493A-8B6E-EE88A0F21868}" type="slidenum">
              <a:rPr lang="en-GB" smtClean="0"/>
              <a:t>17</a:t>
            </a:fld>
            <a:endParaRPr lang="en-GB"/>
          </a:p>
        </p:txBody>
      </p:sp>
    </p:spTree>
    <p:extLst>
      <p:ext uri="{BB962C8B-B14F-4D97-AF65-F5344CB8AC3E}">
        <p14:creationId xmlns:p14="http://schemas.microsoft.com/office/powerpoint/2010/main" val="2494042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Donald Tong: https://www.pexels.com/photo/person-doing-thumbs-up-193821/</a:t>
            </a:r>
          </a:p>
          <a:p>
            <a:r>
              <a:rPr lang="en-GB">
                <a:effectLst/>
              </a:rPr>
              <a:t>Catherine was very kind and said keep doing what you are doing</a:t>
            </a:r>
          </a:p>
          <a:p>
            <a:r>
              <a:rPr lang="en-GB">
                <a:effectLst/>
              </a:rPr>
              <a:t>She sent a tweet on Twitter as it was then</a:t>
            </a:r>
          </a:p>
          <a:p>
            <a:r>
              <a:rPr lang="en-GB">
                <a:effectLst/>
              </a:rPr>
              <a:t>Saying that I’ve seen my mentees session you are in for a treat</a:t>
            </a:r>
          </a:p>
        </p:txBody>
      </p:sp>
      <p:sp>
        <p:nvSpPr>
          <p:cNvPr id="4" name="Slide Number Placeholder 3"/>
          <p:cNvSpPr>
            <a:spLocks noGrp="1"/>
          </p:cNvSpPr>
          <p:nvPr>
            <p:ph type="sldNum" sz="quarter" idx="5"/>
          </p:nvPr>
        </p:nvSpPr>
        <p:spPr/>
        <p:txBody>
          <a:bodyPr/>
          <a:lstStyle/>
          <a:p>
            <a:fld id="{90B8BF63-7686-493A-8B6E-EE88A0F21868}" type="slidenum">
              <a:rPr lang="en-GB" smtClean="0"/>
              <a:t>18</a:t>
            </a:fld>
            <a:endParaRPr lang="en-GB"/>
          </a:p>
        </p:txBody>
      </p:sp>
    </p:spTree>
    <p:extLst>
      <p:ext uri="{BB962C8B-B14F-4D97-AF65-F5344CB8AC3E}">
        <p14:creationId xmlns:p14="http://schemas.microsoft.com/office/powerpoint/2010/main" val="1404722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Lee </a:t>
            </a:r>
            <a:r>
              <a:rPr lang="en-GB" err="1">
                <a:hlinkClick r:id="rId3"/>
              </a:rPr>
              <a:t>Myungseong</a:t>
            </a:r>
            <a:r>
              <a:rPr lang="en-GB"/>
              <a:t> on </a:t>
            </a:r>
            <a:r>
              <a:rPr lang="en-GB" err="1">
                <a:hlinkClick r:id="rId4"/>
              </a:rPr>
              <a:t>Unsplash</a:t>
            </a:r>
            <a:r>
              <a:rPr lang="en-GB"/>
              <a:t> </a:t>
            </a:r>
          </a:p>
          <a:p>
            <a:r>
              <a:rPr lang="en-GB"/>
              <a:t>At the speakers dinner again I felt like an imposter, yet so many people where very kind, and some said they were looking forward to my session.</a:t>
            </a:r>
          </a:p>
        </p:txBody>
      </p:sp>
      <p:sp>
        <p:nvSpPr>
          <p:cNvPr id="4" name="Slide Number Placeholder 3"/>
          <p:cNvSpPr>
            <a:spLocks noGrp="1"/>
          </p:cNvSpPr>
          <p:nvPr>
            <p:ph type="sldNum" sz="quarter" idx="5"/>
          </p:nvPr>
        </p:nvSpPr>
        <p:spPr/>
        <p:txBody>
          <a:bodyPr/>
          <a:lstStyle/>
          <a:p>
            <a:fld id="{90B8BF63-7686-493A-8B6E-EE88A0F21868}" type="slidenum">
              <a:rPr lang="en-GB" smtClean="0"/>
              <a:t>19</a:t>
            </a:fld>
            <a:endParaRPr lang="en-GB"/>
          </a:p>
        </p:txBody>
      </p:sp>
    </p:spTree>
    <p:extLst>
      <p:ext uri="{BB962C8B-B14F-4D97-AF65-F5344CB8AC3E}">
        <p14:creationId xmlns:p14="http://schemas.microsoft.com/office/powerpoint/2010/main" val="1836321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Annie Spratt</a:t>
            </a:r>
            <a:r>
              <a:rPr lang="en-GB"/>
              <a:t> on </a:t>
            </a:r>
            <a:r>
              <a:rPr lang="en-GB" err="1">
                <a:hlinkClick r:id="rId4"/>
              </a:rPr>
              <a:t>Unsplash</a:t>
            </a:r>
            <a:r>
              <a:rPr lang="en-GB"/>
              <a:t> </a:t>
            </a:r>
          </a:p>
        </p:txBody>
      </p:sp>
      <p:sp>
        <p:nvSpPr>
          <p:cNvPr id="4" name="Slide Number Placeholder 3"/>
          <p:cNvSpPr>
            <a:spLocks noGrp="1"/>
          </p:cNvSpPr>
          <p:nvPr>
            <p:ph type="sldNum" sz="quarter" idx="5"/>
          </p:nvPr>
        </p:nvSpPr>
        <p:spPr/>
        <p:txBody>
          <a:bodyPr/>
          <a:lstStyle/>
          <a:p>
            <a:fld id="{90B8BF63-7686-493A-8B6E-EE88A0F21868}" type="slidenum">
              <a:rPr lang="en-GB" smtClean="0"/>
              <a:t>21</a:t>
            </a:fld>
            <a:endParaRPr lang="en-GB"/>
          </a:p>
        </p:txBody>
      </p:sp>
    </p:spTree>
    <p:extLst>
      <p:ext uri="{BB962C8B-B14F-4D97-AF65-F5344CB8AC3E}">
        <p14:creationId xmlns:p14="http://schemas.microsoft.com/office/powerpoint/2010/main" val="1262627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Yasser </a:t>
            </a:r>
            <a:r>
              <a:rPr lang="en-GB" err="1">
                <a:hlinkClick r:id="rId3"/>
              </a:rPr>
              <a:t>Mutwakil</a:t>
            </a:r>
            <a:r>
              <a:rPr lang="en-GB">
                <a:hlinkClick r:id="rId3"/>
              </a:rPr>
              <a:t> </a:t>
            </a:r>
            <a:r>
              <a:rPr lang="ar-AE">
                <a:hlinkClick r:id="rId3"/>
              </a:rPr>
              <a:t>ياسر متوكل</a:t>
            </a:r>
            <a:r>
              <a:rPr lang="ar-AE"/>
              <a:t> </a:t>
            </a:r>
            <a:r>
              <a:rPr lang="en-GB"/>
              <a:t>on </a:t>
            </a:r>
            <a:r>
              <a:rPr lang="en-GB" err="1">
                <a:hlinkClick r:id="rId4"/>
              </a:rPr>
              <a:t>Unsplash</a:t>
            </a:r>
            <a:r>
              <a:rPr lang="en-GB"/>
              <a:t> </a:t>
            </a:r>
          </a:p>
          <a:p>
            <a:r>
              <a:rPr lang="en-GB"/>
              <a:t>In the speakers lounge I felt unworthy</a:t>
            </a:r>
          </a:p>
        </p:txBody>
      </p:sp>
      <p:sp>
        <p:nvSpPr>
          <p:cNvPr id="4" name="Slide Number Placeholder 3"/>
          <p:cNvSpPr>
            <a:spLocks noGrp="1"/>
          </p:cNvSpPr>
          <p:nvPr>
            <p:ph type="sldNum" sz="quarter" idx="5"/>
          </p:nvPr>
        </p:nvSpPr>
        <p:spPr/>
        <p:txBody>
          <a:bodyPr/>
          <a:lstStyle/>
          <a:p>
            <a:fld id="{90B8BF63-7686-493A-8B6E-EE88A0F21868}" type="slidenum">
              <a:rPr lang="en-GB" smtClean="0"/>
              <a:t>22</a:t>
            </a:fld>
            <a:endParaRPr lang="en-GB"/>
          </a:p>
        </p:txBody>
      </p:sp>
    </p:spTree>
    <p:extLst>
      <p:ext uri="{BB962C8B-B14F-4D97-AF65-F5344CB8AC3E}">
        <p14:creationId xmlns:p14="http://schemas.microsoft.com/office/powerpoint/2010/main" val="4147120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Wan San Yip</a:t>
            </a:r>
            <a:r>
              <a:rPr lang="en-GB"/>
              <a:t> on </a:t>
            </a:r>
            <a:r>
              <a:rPr lang="en-GB" err="1">
                <a:hlinkClick r:id="rId4"/>
              </a:rPr>
              <a:t>Unsplash</a:t>
            </a:r>
            <a:r>
              <a:rPr lang="en-GB"/>
              <a:t> </a:t>
            </a:r>
          </a:p>
          <a:p>
            <a:r>
              <a:rPr lang="en-GB"/>
              <a:t>When it came to my session I was shocked to see people had turned up to my session !</a:t>
            </a:r>
          </a:p>
        </p:txBody>
      </p:sp>
      <p:sp>
        <p:nvSpPr>
          <p:cNvPr id="4" name="Slide Number Placeholder 3"/>
          <p:cNvSpPr>
            <a:spLocks noGrp="1"/>
          </p:cNvSpPr>
          <p:nvPr>
            <p:ph type="sldNum" sz="quarter" idx="5"/>
          </p:nvPr>
        </p:nvSpPr>
        <p:spPr/>
        <p:txBody>
          <a:bodyPr/>
          <a:lstStyle/>
          <a:p>
            <a:fld id="{90B8BF63-7686-493A-8B6E-EE88A0F21868}" type="slidenum">
              <a:rPr lang="en-GB" smtClean="0"/>
              <a:t>23</a:t>
            </a:fld>
            <a:endParaRPr lang="en-GB"/>
          </a:p>
        </p:txBody>
      </p:sp>
    </p:spTree>
    <p:extLst>
      <p:ext uri="{BB962C8B-B14F-4D97-AF65-F5344CB8AC3E}">
        <p14:creationId xmlns:p14="http://schemas.microsoft.com/office/powerpoint/2010/main" val="3107615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Nik</a:t>
            </a:r>
            <a:r>
              <a:rPr lang="en-GB"/>
              <a:t> on </a:t>
            </a:r>
            <a:r>
              <a:rPr lang="en-GB" err="1">
                <a:hlinkClick r:id="rId4"/>
              </a:rPr>
              <a:t>Unsplash</a:t>
            </a:r>
            <a:r>
              <a:rPr lang="en-GB"/>
              <a:t> </a:t>
            </a:r>
          </a:p>
          <a:p>
            <a:r>
              <a:rPr lang="en-GB"/>
              <a:t>I did not feel good enough to hear the </a:t>
            </a:r>
            <a:r>
              <a:rPr lang="en-GB" err="1"/>
              <a:t>compliements</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24</a:t>
            </a:fld>
            <a:endParaRPr lang="en-GB"/>
          </a:p>
        </p:txBody>
      </p:sp>
    </p:spTree>
    <p:extLst>
      <p:ext uri="{BB962C8B-B14F-4D97-AF65-F5344CB8AC3E}">
        <p14:creationId xmlns:p14="http://schemas.microsoft.com/office/powerpoint/2010/main" val="408106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Photo by </a:t>
            </a:r>
            <a:r>
              <a:rPr lang="en-US" err="1">
                <a:hlinkClick r:id="rId3"/>
              </a:rPr>
              <a:t>Immo</a:t>
            </a:r>
            <a:r>
              <a:rPr lang="en-US">
                <a:hlinkClick r:id="rId3"/>
              </a:rPr>
              <a:t> </a:t>
            </a:r>
            <a:r>
              <a:rPr lang="en-US" err="1">
                <a:hlinkClick r:id="rId3"/>
              </a:rPr>
              <a:t>Wegmann</a:t>
            </a:r>
            <a:r>
              <a:rPr lang="en-US"/>
              <a:t> on </a:t>
            </a:r>
            <a:r>
              <a:rPr lang="en-US" err="1">
                <a:hlinkClick r:id="rId4"/>
              </a:rPr>
              <a:t>Unsplash</a:t>
            </a:r>
            <a:r>
              <a:rPr lang="en-US"/>
              <a:t> </a:t>
            </a:r>
          </a:p>
          <a:p>
            <a:r>
              <a:rPr lang="en-US"/>
              <a:t>What is the goal of this session</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26</a:t>
            </a:fld>
            <a:endParaRPr lang="en-GB"/>
          </a:p>
        </p:txBody>
      </p:sp>
    </p:spTree>
    <p:extLst>
      <p:ext uri="{BB962C8B-B14F-4D97-AF65-F5344CB8AC3E}">
        <p14:creationId xmlns:p14="http://schemas.microsoft.com/office/powerpoint/2010/main" val="108263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melanfolia </a:t>
            </a:r>
            <a:r>
              <a:rPr lang="az-Cyrl-AZ">
                <a:hlinkClick r:id="rId3"/>
              </a:rPr>
              <a:t>меланфолія</a:t>
            </a:r>
            <a:r>
              <a:rPr lang="az-Cyrl-AZ"/>
              <a:t> </a:t>
            </a:r>
            <a:r>
              <a:rPr lang="en-GB"/>
              <a:t>on </a:t>
            </a:r>
            <a:r>
              <a:rPr lang="en-GB">
                <a:hlinkClick r:id="rId4"/>
              </a:rPr>
              <a:t>Unsplash</a:t>
            </a:r>
            <a:r>
              <a:rPr lang="en-GB"/>
              <a:t> </a:t>
            </a:r>
          </a:p>
          <a:p>
            <a:r>
              <a:rPr lang="en-GB"/>
              <a:t>This is just my thoughts and ideas</a:t>
            </a:r>
          </a:p>
          <a:p>
            <a:r>
              <a:rPr lang="en-GB"/>
              <a:t>I’m not a professional if you recognise yourself in any of this please ask for help if you think you need it</a:t>
            </a:r>
            <a:endParaRPr lang="en-GB">
              <a:ea typeface="Calibri"/>
              <a:cs typeface="Calibri"/>
            </a:endParaRPr>
          </a:p>
          <a:p>
            <a:endParaRPr lang="en-GB">
              <a:ea typeface="Calibri"/>
              <a:cs typeface="Calibri"/>
            </a:endParaRPr>
          </a:p>
        </p:txBody>
      </p:sp>
      <p:sp>
        <p:nvSpPr>
          <p:cNvPr id="4" name="Slide Number Placeholder 3"/>
          <p:cNvSpPr>
            <a:spLocks noGrp="1"/>
          </p:cNvSpPr>
          <p:nvPr>
            <p:ph type="sldNum" sz="quarter" idx="5"/>
          </p:nvPr>
        </p:nvSpPr>
        <p:spPr/>
        <p:txBody>
          <a:bodyPr/>
          <a:lstStyle/>
          <a:p>
            <a:fld id="{90B8BF63-7686-493A-8B6E-EE88A0F21868}" type="slidenum">
              <a:rPr lang="en-GB" smtClean="0"/>
              <a:t>27</a:t>
            </a:fld>
            <a:endParaRPr lang="en-GB"/>
          </a:p>
        </p:txBody>
      </p:sp>
    </p:spTree>
    <p:extLst>
      <p:ext uri="{BB962C8B-B14F-4D97-AF65-F5344CB8AC3E}">
        <p14:creationId xmlns:p14="http://schemas.microsoft.com/office/powerpoint/2010/main" val="627006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Jen Theodore</a:t>
            </a:r>
            <a:r>
              <a:rPr lang="en-GB"/>
              <a:t> on </a:t>
            </a:r>
            <a:r>
              <a:rPr lang="en-GB" err="1">
                <a:hlinkClick r:id="rId4"/>
              </a:rPr>
              <a:t>Unsplash</a:t>
            </a:r>
            <a:endParaRPr lang="en-GB"/>
          </a:p>
          <a:p>
            <a:r>
              <a:rPr lang="en-GB"/>
              <a:t>This is what I would want to say to younger me</a:t>
            </a:r>
          </a:p>
        </p:txBody>
      </p:sp>
      <p:sp>
        <p:nvSpPr>
          <p:cNvPr id="4" name="Slide Number Placeholder 3"/>
          <p:cNvSpPr>
            <a:spLocks noGrp="1"/>
          </p:cNvSpPr>
          <p:nvPr>
            <p:ph type="sldNum" sz="quarter" idx="5"/>
          </p:nvPr>
        </p:nvSpPr>
        <p:spPr/>
        <p:txBody>
          <a:bodyPr/>
          <a:lstStyle/>
          <a:p>
            <a:fld id="{90B8BF63-7686-493A-8B6E-EE88A0F21868}" type="slidenum">
              <a:rPr lang="en-GB" smtClean="0"/>
              <a:t>28</a:t>
            </a:fld>
            <a:endParaRPr lang="en-GB"/>
          </a:p>
        </p:txBody>
      </p:sp>
    </p:spTree>
    <p:extLst>
      <p:ext uri="{BB962C8B-B14F-4D97-AF65-F5344CB8AC3E}">
        <p14:creationId xmlns:p14="http://schemas.microsoft.com/office/powerpoint/2010/main" val="2937019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https://www.pexels.com/photo/dictionary-text-in-bokeh-effect-267669/</a:t>
            </a:r>
          </a:p>
          <a:p>
            <a:r>
              <a:rPr lang="en-GB">
                <a:effectLst/>
              </a:rPr>
              <a:t>Lets define it</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29</a:t>
            </a:fld>
            <a:endParaRPr lang="en-GB"/>
          </a:p>
        </p:txBody>
      </p:sp>
    </p:spTree>
    <p:extLst>
      <p:ext uri="{BB962C8B-B14F-4D97-AF65-F5344CB8AC3E}">
        <p14:creationId xmlns:p14="http://schemas.microsoft.com/office/powerpoint/2010/main" val="1908892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Lets look at some people who have imposter syndrome</a:t>
            </a:r>
          </a:p>
        </p:txBody>
      </p:sp>
      <p:sp>
        <p:nvSpPr>
          <p:cNvPr id="4" name="Slide Number Placeholder 3"/>
          <p:cNvSpPr>
            <a:spLocks noGrp="1"/>
          </p:cNvSpPr>
          <p:nvPr>
            <p:ph type="sldNum" sz="quarter" idx="5"/>
          </p:nvPr>
        </p:nvSpPr>
        <p:spPr/>
        <p:txBody>
          <a:bodyPr/>
          <a:lstStyle/>
          <a:p>
            <a:fld id="{90B8BF63-7686-493A-8B6E-EE88A0F21868}" type="slidenum">
              <a:rPr lang="en-GB" smtClean="0"/>
              <a:t>30</a:t>
            </a:fld>
            <a:endParaRPr lang="en-GB"/>
          </a:p>
        </p:txBody>
      </p:sp>
    </p:spTree>
    <p:extLst>
      <p:ext uri="{BB962C8B-B14F-4D97-AF65-F5344CB8AC3E}">
        <p14:creationId xmlns:p14="http://schemas.microsoft.com/office/powerpoint/2010/main" val="1664161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https://www.flickr.com/photos/joysaphine/2445439236</a:t>
            </a:r>
          </a:p>
          <a:p>
            <a:r>
              <a:rPr lang="en-GB"/>
              <a:t>Dealing with Bull Shit Bob</a:t>
            </a:r>
          </a:p>
        </p:txBody>
      </p:sp>
      <p:sp>
        <p:nvSpPr>
          <p:cNvPr id="4" name="Slide Number Placeholder 3"/>
          <p:cNvSpPr>
            <a:spLocks noGrp="1"/>
          </p:cNvSpPr>
          <p:nvPr>
            <p:ph type="sldNum" sz="quarter" idx="5"/>
          </p:nvPr>
        </p:nvSpPr>
        <p:spPr/>
        <p:txBody>
          <a:bodyPr/>
          <a:lstStyle/>
          <a:p>
            <a:fld id="{90B8BF63-7686-493A-8B6E-EE88A0F21868}" type="slidenum">
              <a:rPr lang="en-GB" smtClean="0"/>
              <a:t>31</a:t>
            </a:fld>
            <a:endParaRPr lang="en-GB"/>
          </a:p>
        </p:txBody>
      </p:sp>
    </p:spTree>
    <p:extLst>
      <p:ext uri="{BB962C8B-B14F-4D97-AF65-F5344CB8AC3E}">
        <p14:creationId xmlns:p14="http://schemas.microsoft.com/office/powerpoint/2010/main" val="24151495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engin</a:t>
            </a:r>
            <a:r>
              <a:rPr lang="en-GB">
                <a:hlinkClick r:id="rId3"/>
              </a:rPr>
              <a:t> </a:t>
            </a:r>
            <a:r>
              <a:rPr lang="en-GB" err="1">
                <a:hlinkClick r:id="rId3"/>
              </a:rPr>
              <a:t>akyurt</a:t>
            </a:r>
            <a:r>
              <a:rPr lang="en-GB"/>
              <a:t> on </a:t>
            </a:r>
            <a:r>
              <a:rPr lang="en-GB" err="1">
                <a:hlinkClick r:id="rId4"/>
              </a:rPr>
              <a:t>Unsplash</a:t>
            </a:r>
            <a:r>
              <a:rPr lang="en-GB"/>
              <a:t> </a:t>
            </a:r>
          </a:p>
          <a:p>
            <a:r>
              <a:rPr lang="en-GB"/>
              <a:t>Living with it</a:t>
            </a:r>
          </a:p>
          <a:p>
            <a:r>
              <a:rPr lang="en-GB"/>
              <a:t>What kind of impact does it have on my life?</a:t>
            </a:r>
          </a:p>
        </p:txBody>
      </p:sp>
      <p:sp>
        <p:nvSpPr>
          <p:cNvPr id="4" name="Slide Number Placeholder 3"/>
          <p:cNvSpPr>
            <a:spLocks noGrp="1"/>
          </p:cNvSpPr>
          <p:nvPr>
            <p:ph type="sldNum" sz="quarter" idx="5"/>
          </p:nvPr>
        </p:nvSpPr>
        <p:spPr/>
        <p:txBody>
          <a:bodyPr/>
          <a:lstStyle/>
          <a:p>
            <a:fld id="{90B8BF63-7686-493A-8B6E-EE88A0F21868}" type="slidenum">
              <a:rPr lang="en-GB" smtClean="0"/>
              <a:t>32</a:t>
            </a:fld>
            <a:endParaRPr lang="en-GB"/>
          </a:p>
        </p:txBody>
      </p:sp>
    </p:spTree>
    <p:extLst>
      <p:ext uri="{BB962C8B-B14F-4D97-AF65-F5344CB8AC3E}">
        <p14:creationId xmlns:p14="http://schemas.microsoft.com/office/powerpoint/2010/main" val="1721298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99F98-6A36-20F6-C158-806DC5A24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58887-CB98-0731-7086-BD37475B7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77A74-5D68-5936-F4C3-752917B82BA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DD18EFD-DEE2-080A-615F-28AF52F70777}"/>
              </a:ext>
            </a:extLst>
          </p:cNvPr>
          <p:cNvSpPr>
            <a:spLocks noGrp="1"/>
          </p:cNvSpPr>
          <p:nvPr>
            <p:ph type="sldNum" sz="quarter" idx="5"/>
          </p:nvPr>
        </p:nvSpPr>
        <p:spPr/>
        <p:txBody>
          <a:bodyPr/>
          <a:lstStyle/>
          <a:p>
            <a:fld id="{90B8BF63-7686-493A-8B6E-EE88A0F21868}" type="slidenum">
              <a:rPr lang="en-GB" smtClean="0"/>
              <a:t>33</a:t>
            </a:fld>
            <a:endParaRPr lang="en-GB"/>
          </a:p>
        </p:txBody>
      </p:sp>
    </p:spTree>
    <p:extLst>
      <p:ext uri="{BB962C8B-B14F-4D97-AF65-F5344CB8AC3E}">
        <p14:creationId xmlns:p14="http://schemas.microsoft.com/office/powerpoint/2010/main" val="37908903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34</a:t>
            </a:fld>
            <a:endParaRPr lang="en-GB"/>
          </a:p>
        </p:txBody>
      </p:sp>
    </p:spTree>
    <p:extLst>
      <p:ext uri="{BB962C8B-B14F-4D97-AF65-F5344CB8AC3E}">
        <p14:creationId xmlns:p14="http://schemas.microsoft.com/office/powerpoint/2010/main" val="370434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micheile</a:t>
            </a:r>
            <a:r>
              <a:rPr lang="en-GB">
                <a:hlinkClick r:id="rId3"/>
              </a:rPr>
              <a:t> </a:t>
            </a:r>
            <a:r>
              <a:rPr lang="en-GB" err="1">
                <a:hlinkClick r:id="rId3"/>
              </a:rPr>
              <a:t>henderson</a:t>
            </a:r>
            <a:r>
              <a:rPr lang="en-GB"/>
              <a:t> on </a:t>
            </a:r>
            <a:r>
              <a:rPr lang="en-GB" err="1">
                <a:hlinkClick r:id="rId4"/>
              </a:rPr>
              <a:t>Unsplash</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35</a:t>
            </a:fld>
            <a:endParaRPr lang="en-GB"/>
          </a:p>
        </p:txBody>
      </p:sp>
    </p:spTree>
    <p:extLst>
      <p:ext uri="{BB962C8B-B14F-4D97-AF65-F5344CB8AC3E}">
        <p14:creationId xmlns:p14="http://schemas.microsoft.com/office/powerpoint/2010/main" val="165230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https://www.pexels.com/photo/dictionary-text-in-bokeh-effect-267669/</a:t>
            </a:r>
          </a:p>
          <a:p>
            <a:r>
              <a:rPr lang="en-GB">
                <a:effectLst/>
              </a:rPr>
              <a:t>Lets define it</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36</a:t>
            </a:fld>
            <a:endParaRPr lang="en-GB"/>
          </a:p>
        </p:txBody>
      </p:sp>
    </p:spTree>
    <p:extLst>
      <p:ext uri="{BB962C8B-B14F-4D97-AF65-F5344CB8AC3E}">
        <p14:creationId xmlns:p14="http://schemas.microsoft.com/office/powerpoint/2010/main" val="2207189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LinkedIn Sales Solutions</a:t>
            </a:r>
            <a:r>
              <a:rPr lang="en-GB"/>
              <a:t> on </a:t>
            </a:r>
            <a:r>
              <a:rPr lang="en-GB" err="1">
                <a:hlinkClick r:id="rId4"/>
              </a:rPr>
              <a:t>Unsplash</a:t>
            </a:r>
            <a:r>
              <a:rPr lang="en-GB"/>
              <a:t> </a:t>
            </a:r>
          </a:p>
          <a:p>
            <a:r>
              <a:rPr lang="en-GB"/>
              <a:t>History of imposter syndrome</a:t>
            </a:r>
          </a:p>
          <a:p>
            <a:endParaRPr lang="en-GB"/>
          </a:p>
          <a:p>
            <a:r>
              <a:rPr lang="en-GB"/>
              <a:t>Goes back to the 1970 before the phrase was thought of </a:t>
            </a:r>
          </a:p>
          <a:p>
            <a:r>
              <a:rPr lang="en-GB"/>
              <a:t>Psychologists Pauline Rose </a:t>
            </a:r>
            <a:r>
              <a:rPr lang="en-GB" err="1"/>
              <a:t>Clance</a:t>
            </a:r>
            <a:r>
              <a:rPr lang="en-GB"/>
              <a:t> and Suzanne </a:t>
            </a:r>
            <a:r>
              <a:rPr lang="en-GB" err="1"/>
              <a:t>Imes</a:t>
            </a:r>
            <a:endParaRPr lang="en-GB"/>
          </a:p>
          <a:p>
            <a:r>
              <a:rPr lang="en-GB"/>
              <a:t>Found both shared that despite academic success had feeling of self doubt and questioned their abilities</a:t>
            </a:r>
          </a:p>
          <a:p>
            <a:r>
              <a:rPr lang="en-GB"/>
              <a:t>Sounds familiar</a:t>
            </a:r>
          </a:p>
          <a:p>
            <a:r>
              <a:rPr lang="en-GB"/>
              <a:t>Spoke to other successfully women and heard similar experiences</a:t>
            </a:r>
          </a:p>
        </p:txBody>
      </p:sp>
      <p:sp>
        <p:nvSpPr>
          <p:cNvPr id="4" name="Slide Number Placeholder 3"/>
          <p:cNvSpPr>
            <a:spLocks noGrp="1"/>
          </p:cNvSpPr>
          <p:nvPr>
            <p:ph type="sldNum" sz="quarter" idx="5"/>
          </p:nvPr>
        </p:nvSpPr>
        <p:spPr/>
        <p:txBody>
          <a:bodyPr/>
          <a:lstStyle/>
          <a:p>
            <a:fld id="{90B8BF63-7686-493A-8B6E-EE88A0F21868}" type="slidenum">
              <a:rPr lang="en-GB" smtClean="0"/>
              <a:t>38</a:t>
            </a:fld>
            <a:endParaRPr lang="en-GB"/>
          </a:p>
        </p:txBody>
      </p:sp>
    </p:spTree>
    <p:extLst>
      <p:ext uri="{BB962C8B-B14F-4D97-AF65-F5344CB8AC3E}">
        <p14:creationId xmlns:p14="http://schemas.microsoft.com/office/powerpoint/2010/main" val="7345444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Matt Benson</a:t>
            </a:r>
            <a:r>
              <a:rPr lang="en-GB" dirty="0"/>
              <a:t> on </a:t>
            </a:r>
            <a:r>
              <a:rPr lang="en-GB" dirty="0" err="1">
                <a:hlinkClick r:id="rId4"/>
              </a:rPr>
              <a:t>Unsplash</a:t>
            </a:r>
            <a:endParaRPr lang="en-GB" dirty="0"/>
          </a:p>
          <a:p>
            <a:r>
              <a:rPr lang="en-GB" dirty="0"/>
              <a:t>Many thought they had got in to the course by luck</a:t>
            </a:r>
          </a:p>
        </p:txBody>
      </p:sp>
      <p:sp>
        <p:nvSpPr>
          <p:cNvPr id="4" name="Slide Number Placeholder 3"/>
          <p:cNvSpPr>
            <a:spLocks noGrp="1"/>
          </p:cNvSpPr>
          <p:nvPr>
            <p:ph type="sldNum" sz="quarter" idx="5"/>
          </p:nvPr>
        </p:nvSpPr>
        <p:spPr/>
        <p:txBody>
          <a:bodyPr/>
          <a:lstStyle/>
          <a:p>
            <a:fld id="{90B8BF63-7686-493A-8B6E-EE88A0F21868}" type="slidenum">
              <a:rPr lang="en-GB" smtClean="0"/>
              <a:t>39</a:t>
            </a:fld>
            <a:endParaRPr lang="en-GB"/>
          </a:p>
        </p:txBody>
      </p:sp>
    </p:spTree>
    <p:extLst>
      <p:ext uri="{BB962C8B-B14F-4D97-AF65-F5344CB8AC3E}">
        <p14:creationId xmlns:p14="http://schemas.microsoft.com/office/powerpoint/2010/main" val="3991737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err="1">
                <a:hlinkClick r:id="rId3"/>
              </a:rPr>
              <a:t>Quilia</a:t>
            </a:r>
            <a:r>
              <a:rPr lang="en-GB" dirty="0"/>
              <a:t> on </a:t>
            </a:r>
            <a:r>
              <a:rPr lang="en-GB" dirty="0" err="1">
                <a:hlinkClick r:id="rId4"/>
              </a:rPr>
              <a:t>Unsplash</a:t>
            </a:r>
            <a:endParaRPr lang="en-GB" dirty="0"/>
          </a:p>
          <a:p>
            <a:r>
              <a:rPr lang="en-GB" dirty="0"/>
              <a:t>They got </a:t>
            </a:r>
            <a:r>
              <a:rPr lang="en-GB" dirty="0" err="1"/>
              <a:t>intpo</a:t>
            </a:r>
            <a:r>
              <a:rPr lang="en-GB" dirty="0"/>
              <a:t> the course </a:t>
            </a:r>
            <a:r>
              <a:rPr lang="en-GB"/>
              <a:t>by mistake</a:t>
            </a:r>
            <a:endParaRPr lang="en-GB" dirty="0"/>
          </a:p>
        </p:txBody>
      </p:sp>
      <p:sp>
        <p:nvSpPr>
          <p:cNvPr id="4" name="Slide Number Placeholder 3"/>
          <p:cNvSpPr>
            <a:spLocks noGrp="1"/>
          </p:cNvSpPr>
          <p:nvPr>
            <p:ph type="sldNum" sz="quarter" idx="5"/>
          </p:nvPr>
        </p:nvSpPr>
        <p:spPr/>
        <p:txBody>
          <a:bodyPr/>
          <a:lstStyle/>
          <a:p>
            <a:fld id="{90B8BF63-7686-493A-8B6E-EE88A0F21868}" type="slidenum">
              <a:rPr lang="en-GB" smtClean="0"/>
              <a:t>40</a:t>
            </a:fld>
            <a:endParaRPr lang="en-GB"/>
          </a:p>
        </p:txBody>
      </p:sp>
    </p:spTree>
    <p:extLst>
      <p:ext uri="{BB962C8B-B14F-4D97-AF65-F5344CB8AC3E}">
        <p14:creationId xmlns:p14="http://schemas.microsoft.com/office/powerpoint/2010/main" val="25364834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Ben Robbins</a:t>
            </a:r>
            <a:r>
              <a:rPr lang="en-GB"/>
              <a:t> on </a:t>
            </a:r>
            <a:r>
              <a:rPr lang="en-GB" err="1">
                <a:hlinkClick r:id="rId4"/>
              </a:rPr>
              <a:t>Unsplash</a:t>
            </a:r>
            <a:r>
              <a:rPr lang="en-GB"/>
              <a:t> </a:t>
            </a:r>
          </a:p>
          <a:p>
            <a:r>
              <a:rPr lang="en-GB"/>
              <a:t>Lets talk about you</a:t>
            </a:r>
          </a:p>
        </p:txBody>
      </p:sp>
      <p:sp>
        <p:nvSpPr>
          <p:cNvPr id="4" name="Slide Number Placeholder 3"/>
          <p:cNvSpPr>
            <a:spLocks noGrp="1"/>
          </p:cNvSpPr>
          <p:nvPr>
            <p:ph type="sldNum" sz="quarter" idx="5"/>
          </p:nvPr>
        </p:nvSpPr>
        <p:spPr/>
        <p:txBody>
          <a:bodyPr/>
          <a:lstStyle/>
          <a:p>
            <a:fld id="{90B8BF63-7686-493A-8B6E-EE88A0F21868}" type="slidenum">
              <a:rPr lang="en-GB" smtClean="0"/>
              <a:t>41</a:t>
            </a:fld>
            <a:endParaRPr lang="en-GB"/>
          </a:p>
        </p:txBody>
      </p:sp>
    </p:spTree>
    <p:extLst>
      <p:ext uri="{BB962C8B-B14F-4D97-AF65-F5344CB8AC3E}">
        <p14:creationId xmlns:p14="http://schemas.microsoft.com/office/powerpoint/2010/main" val="10897473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effectLst/>
              </a:rPr>
              <a:t>Photo by Lisa Fotios: https://www.pexels.com/photo/person-holding-iphone-1322360/</a:t>
            </a:r>
            <a:endParaRPr lang="en-GB">
              <a:effectLst/>
            </a:endParaRPr>
          </a:p>
          <a:p>
            <a:r>
              <a:rPr lang="en-GB">
                <a:effectLst/>
              </a:rPr>
              <a:t>Lets look at </a:t>
            </a:r>
            <a:r>
              <a:rPr lang="en-GB" err="1">
                <a:effectLst/>
              </a:rPr>
              <a:t>at</a:t>
            </a:r>
            <a:r>
              <a:rPr lang="en-GB">
                <a:effectLst/>
              </a:rPr>
              <a:t> the different ways imposter syndrome is expressed</a:t>
            </a:r>
          </a:p>
          <a:p>
            <a:endParaRPr lang="en-GB">
              <a:effectLst/>
            </a:endParaRPr>
          </a:p>
          <a:p>
            <a:r>
              <a:rPr lang="en-GB">
                <a:effectLst/>
              </a:rPr>
              <a:t>Ask yourself do you any of these describe you?</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42</a:t>
            </a:fld>
            <a:endParaRPr lang="en-GB"/>
          </a:p>
        </p:txBody>
      </p:sp>
    </p:spTree>
    <p:extLst>
      <p:ext uri="{BB962C8B-B14F-4D97-AF65-F5344CB8AC3E}">
        <p14:creationId xmlns:p14="http://schemas.microsoft.com/office/powerpoint/2010/main" val="3435370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effectLst/>
              </a:rPr>
              <a:t>Photo by Karolina Kaboompics: https://www.pexels.com/photo/typed-message-on-pink-paper-5993378/</a:t>
            </a:r>
            <a:endParaRPr lang="en-GB">
              <a:effectLst/>
            </a:endParaRPr>
          </a:p>
          <a:p>
            <a:r>
              <a:rPr lang="en-GB">
                <a:effectLst/>
              </a:rPr>
              <a:t>Perfectionist</a:t>
            </a:r>
          </a:p>
          <a:p>
            <a:endParaRPr lang="en-GB">
              <a:effectLst/>
            </a:endParaRPr>
          </a:p>
          <a:p>
            <a:r>
              <a:rPr lang="en-GB">
                <a:effectLst/>
              </a:rPr>
              <a:t>Do you struggle to delegate tasks to others?</a:t>
            </a:r>
          </a:p>
          <a:p>
            <a:r>
              <a:rPr lang="en-GB">
                <a:effectLst/>
              </a:rPr>
              <a:t>Do you feel you must get 100% perfect 100% of the time?</a:t>
            </a:r>
          </a:p>
          <a:p>
            <a:r>
              <a:rPr lang="en-GB">
                <a:effectLst/>
              </a:rPr>
              <a:t>If you miss out on an high score or not get amazing feed back, do you</a:t>
            </a:r>
          </a:p>
          <a:p>
            <a:r>
              <a:rPr lang="en-GB">
                <a:effectLst/>
              </a:rPr>
              <a:t>  Consider you are not cut out for that job?</a:t>
            </a:r>
          </a:p>
          <a:p>
            <a:r>
              <a:rPr lang="en-GB">
                <a:effectLst/>
              </a:rPr>
              <a:t>  Think about it for days? How you can do better? </a:t>
            </a:r>
          </a:p>
          <a:p>
            <a:r>
              <a:rPr lang="en-GB">
                <a:effectLst/>
              </a:rPr>
              <a:t>    </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43</a:t>
            </a:fld>
            <a:endParaRPr lang="en-GB"/>
          </a:p>
        </p:txBody>
      </p:sp>
    </p:spTree>
    <p:extLst>
      <p:ext uri="{BB962C8B-B14F-4D97-AF65-F5344CB8AC3E}">
        <p14:creationId xmlns:p14="http://schemas.microsoft.com/office/powerpoint/2010/main" val="29745623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Helena Lopes: https://www.pexels.com/photo/a-superman-themed-birthday-cake-10336820/</a:t>
            </a:r>
          </a:p>
          <a:p>
            <a:r>
              <a:rPr lang="en-GB">
                <a:effectLst/>
              </a:rPr>
              <a:t>Superwomen / man </a:t>
            </a:r>
          </a:p>
          <a:p>
            <a:endParaRPr lang="en-GB">
              <a:effectLst/>
            </a:endParaRPr>
          </a:p>
          <a:p>
            <a:endParaRPr lang="en-GB">
              <a:effectLst/>
            </a:endParaRPr>
          </a:p>
          <a:p>
            <a:r>
              <a:rPr lang="en-GB">
                <a:effectLst/>
              </a:rPr>
              <a:t>Do you stay later than your team, even if completed all the work that day?</a:t>
            </a:r>
          </a:p>
          <a:p>
            <a:r>
              <a:rPr lang="en-GB">
                <a:effectLst/>
              </a:rPr>
              <a:t>Do you get stressed when not working, finding downtime wasteful?</a:t>
            </a:r>
          </a:p>
          <a:p>
            <a:r>
              <a:rPr lang="en-GB"/>
              <a:t>Have you let hobbies and pastimes drop, as they are scarified for work?</a:t>
            </a:r>
          </a:p>
          <a:p>
            <a:r>
              <a:rPr lang="en-GB"/>
              <a:t>Do you feel that you have not earned your title and feel pressured to work harder and longer than others.</a:t>
            </a:r>
          </a:p>
        </p:txBody>
      </p:sp>
      <p:sp>
        <p:nvSpPr>
          <p:cNvPr id="4" name="Slide Number Placeholder 3"/>
          <p:cNvSpPr>
            <a:spLocks noGrp="1"/>
          </p:cNvSpPr>
          <p:nvPr>
            <p:ph type="sldNum" sz="quarter" idx="5"/>
          </p:nvPr>
        </p:nvSpPr>
        <p:spPr/>
        <p:txBody>
          <a:bodyPr/>
          <a:lstStyle/>
          <a:p>
            <a:fld id="{90B8BF63-7686-493A-8B6E-EE88A0F21868}" type="slidenum">
              <a:rPr lang="en-GB" smtClean="0"/>
              <a:t>44</a:t>
            </a:fld>
            <a:endParaRPr lang="en-GB"/>
          </a:p>
        </p:txBody>
      </p:sp>
    </p:spTree>
    <p:extLst>
      <p:ext uri="{BB962C8B-B14F-4D97-AF65-F5344CB8AC3E}">
        <p14:creationId xmlns:p14="http://schemas.microsoft.com/office/powerpoint/2010/main" val="5087795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Andrew George</a:t>
            </a:r>
            <a:r>
              <a:rPr lang="en-GB"/>
              <a:t> on </a:t>
            </a:r>
            <a:r>
              <a:rPr lang="en-GB" err="1">
                <a:hlinkClick r:id="rId4"/>
              </a:rPr>
              <a:t>Unsplash</a:t>
            </a:r>
            <a:r>
              <a:rPr lang="en-GB"/>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a:t>The Natural Genius</a:t>
            </a:r>
          </a:p>
          <a:p>
            <a:r>
              <a:rPr lang="en-GB"/>
              <a:t>Do you excel without much effort?</a:t>
            </a:r>
          </a:p>
          <a:p>
            <a:r>
              <a:rPr lang="en-GB"/>
              <a:t>Do you dislike the idea of a mentor because you can handle things on your own?</a:t>
            </a:r>
          </a:p>
          <a:p>
            <a:r>
              <a:rPr lang="en-GB"/>
              <a:t>Does your confident fall when you not preforming well?</a:t>
            </a:r>
          </a:p>
          <a:p>
            <a:r>
              <a:rPr lang="en-GB"/>
              <a:t>Do you avoid challenges because you are uncomfortable trying something you are not good at?</a:t>
            </a:r>
          </a:p>
        </p:txBody>
      </p:sp>
      <p:sp>
        <p:nvSpPr>
          <p:cNvPr id="4" name="Slide Number Placeholder 3"/>
          <p:cNvSpPr>
            <a:spLocks noGrp="1"/>
          </p:cNvSpPr>
          <p:nvPr>
            <p:ph type="sldNum" sz="quarter" idx="5"/>
          </p:nvPr>
        </p:nvSpPr>
        <p:spPr/>
        <p:txBody>
          <a:bodyPr/>
          <a:lstStyle/>
          <a:p>
            <a:fld id="{90B8BF63-7686-493A-8B6E-EE88A0F21868}" type="slidenum">
              <a:rPr lang="en-GB" smtClean="0"/>
              <a:t>45</a:t>
            </a:fld>
            <a:endParaRPr lang="en-GB"/>
          </a:p>
        </p:txBody>
      </p:sp>
    </p:spTree>
    <p:extLst>
      <p:ext uri="{BB962C8B-B14F-4D97-AF65-F5344CB8AC3E}">
        <p14:creationId xmlns:p14="http://schemas.microsoft.com/office/powerpoint/2010/main" val="39675352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Yevgeniya</a:t>
            </a:r>
            <a:r>
              <a:rPr lang="en-GB">
                <a:effectLst/>
              </a:rPr>
              <a:t> Fedorova: https://www.pexels.com/photo/man-climbing-snow-covered-hill-1327350/</a:t>
            </a:r>
          </a:p>
          <a:p>
            <a:r>
              <a:rPr lang="en-GB">
                <a:effectLst/>
              </a:rPr>
              <a:t>The soloist</a:t>
            </a:r>
          </a:p>
          <a:p>
            <a:r>
              <a:rPr lang="en-GB"/>
              <a:t>Do you believe you can do anything on your own?</a:t>
            </a:r>
          </a:p>
          <a:p>
            <a:r>
              <a:rPr lang="en-GB"/>
              <a:t>“You do not need </a:t>
            </a:r>
            <a:r>
              <a:rPr lang="en-GB" err="1"/>
              <a:t>anyones</a:t>
            </a:r>
            <a:r>
              <a:rPr lang="en-GB"/>
              <a:t> help”</a:t>
            </a:r>
          </a:p>
          <a:p>
            <a:r>
              <a:rPr lang="en-GB"/>
              <a:t>Do you frame requests for help in terms of project requirements?</a:t>
            </a:r>
          </a:p>
        </p:txBody>
      </p:sp>
      <p:sp>
        <p:nvSpPr>
          <p:cNvPr id="4" name="Slide Number Placeholder 3"/>
          <p:cNvSpPr>
            <a:spLocks noGrp="1"/>
          </p:cNvSpPr>
          <p:nvPr>
            <p:ph type="sldNum" sz="quarter" idx="5"/>
          </p:nvPr>
        </p:nvSpPr>
        <p:spPr/>
        <p:txBody>
          <a:bodyPr/>
          <a:lstStyle/>
          <a:p>
            <a:fld id="{90B8BF63-7686-493A-8B6E-EE88A0F21868}" type="slidenum">
              <a:rPr lang="en-GB" smtClean="0"/>
              <a:t>46</a:t>
            </a:fld>
            <a:endParaRPr lang="en-GB"/>
          </a:p>
        </p:txBody>
      </p:sp>
    </p:spTree>
    <p:extLst>
      <p:ext uri="{BB962C8B-B14F-4D97-AF65-F5344CB8AC3E}">
        <p14:creationId xmlns:p14="http://schemas.microsoft.com/office/powerpoint/2010/main" val="693920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Austin </a:t>
            </a:r>
            <a:r>
              <a:rPr lang="en-GB" err="1">
                <a:hlinkClick r:id="rId3"/>
              </a:rPr>
              <a:t>Distel</a:t>
            </a:r>
            <a:r>
              <a:rPr lang="en-GB"/>
              <a:t> on </a:t>
            </a:r>
            <a:r>
              <a:rPr lang="en-GB" err="1">
                <a:hlinkClick r:id="rId4"/>
              </a:rPr>
              <a:t>Unsplash</a:t>
            </a:r>
            <a:r>
              <a:rPr lang="en-GB"/>
              <a:t> </a:t>
            </a:r>
          </a:p>
          <a:p>
            <a:r>
              <a:rPr lang="en-GB"/>
              <a:t>The expert</a:t>
            </a:r>
          </a:p>
          <a:p>
            <a:r>
              <a:rPr lang="en-GB"/>
              <a:t>Only apply for jobs if you meet all the requirements exactly</a:t>
            </a:r>
          </a:p>
          <a:p>
            <a:r>
              <a:rPr lang="en-GB"/>
              <a:t>Constantly looking new certifications or training to improve your skills</a:t>
            </a:r>
          </a:p>
          <a:p>
            <a:r>
              <a:rPr lang="en-GB"/>
              <a:t>Shudder when someone calls you an expert</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47</a:t>
            </a:fld>
            <a:endParaRPr lang="en-GB"/>
          </a:p>
        </p:txBody>
      </p:sp>
    </p:spTree>
    <p:extLst>
      <p:ext uri="{BB962C8B-B14F-4D97-AF65-F5344CB8AC3E}">
        <p14:creationId xmlns:p14="http://schemas.microsoft.com/office/powerpoint/2010/main" val="2837741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effectLst/>
              </a:rPr>
              <a:t>Photo by Lisa Fotios: https://www.pexels.com/photo/person-holding-iphone-1322360/</a:t>
            </a:r>
            <a:endParaRPr lang="en-GB">
              <a:effectLst/>
            </a:endParaRPr>
          </a:p>
          <a:p>
            <a:r>
              <a:rPr lang="en-GB">
                <a:effectLst/>
              </a:rPr>
              <a:t>Did you recognise yourself?</a:t>
            </a:r>
          </a:p>
          <a:p>
            <a:r>
              <a:rPr lang="en-GB">
                <a:effectLst/>
              </a:rPr>
              <a:t>I see a lot of myself in each one!</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48</a:t>
            </a:fld>
            <a:endParaRPr lang="en-GB"/>
          </a:p>
        </p:txBody>
      </p:sp>
    </p:spTree>
    <p:extLst>
      <p:ext uri="{BB962C8B-B14F-4D97-AF65-F5344CB8AC3E}">
        <p14:creationId xmlns:p14="http://schemas.microsoft.com/office/powerpoint/2010/main" val="35207039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cartoon I relate to only too well this is how I felt more than once !</a:t>
            </a:r>
          </a:p>
        </p:txBody>
      </p:sp>
      <p:sp>
        <p:nvSpPr>
          <p:cNvPr id="4" name="Slide Number Placeholder 3"/>
          <p:cNvSpPr>
            <a:spLocks noGrp="1"/>
          </p:cNvSpPr>
          <p:nvPr>
            <p:ph type="sldNum" sz="quarter" idx="5"/>
          </p:nvPr>
        </p:nvSpPr>
        <p:spPr/>
        <p:txBody>
          <a:bodyPr/>
          <a:lstStyle/>
          <a:p>
            <a:fld id="{90B8BF63-7686-493A-8B6E-EE88A0F21868}" type="slidenum">
              <a:rPr lang="en-GB" smtClean="0"/>
              <a:t>49</a:t>
            </a:fld>
            <a:endParaRPr lang="en-GB"/>
          </a:p>
        </p:txBody>
      </p:sp>
    </p:spTree>
    <p:extLst>
      <p:ext uri="{BB962C8B-B14F-4D97-AF65-F5344CB8AC3E}">
        <p14:creationId xmlns:p14="http://schemas.microsoft.com/office/powerpoint/2010/main" val="1560543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Luca Baggio</a:t>
            </a:r>
            <a:r>
              <a:rPr lang="en-GB"/>
              <a:t> on </a:t>
            </a:r>
            <a:r>
              <a:rPr lang="en-GB" err="1">
                <a:hlinkClick r:id="rId4"/>
              </a:rPr>
              <a:t>Unsplash</a:t>
            </a:r>
            <a:endParaRPr lang="en-GB"/>
          </a:p>
          <a:p>
            <a:r>
              <a:rPr lang="en-GB"/>
              <a:t>Its only too easy to feel with imposter syndrome that you are the only person that experiences these feelings</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51</a:t>
            </a:fld>
            <a:endParaRPr lang="en-GB"/>
          </a:p>
        </p:txBody>
      </p:sp>
    </p:spTree>
    <p:extLst>
      <p:ext uri="{BB962C8B-B14F-4D97-AF65-F5344CB8AC3E}">
        <p14:creationId xmlns:p14="http://schemas.microsoft.com/office/powerpoint/2010/main" val="58673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https://commons.wikimedia.org/wiki/File:Sully_Japan_Premiere_Red_Carpet-_Tom_Hanks_%2829747825731%29.jpg</a:t>
            </a:r>
          </a:p>
          <a:p>
            <a:endParaRPr lang="en-GB"/>
          </a:p>
          <a:p>
            <a:r>
              <a:rPr lang="en-GB">
                <a:effectLst/>
              </a:rPr>
              <a:t>No matter what we've done, there comes a point where you think, 'How did I get here? When are they going to discover that I am, in fact, a fraud and take everything away from me?</a:t>
            </a:r>
          </a:p>
          <a:p>
            <a:br>
              <a:rPr lang="en-GB">
                <a:effectLst/>
              </a:rPr>
            </a:br>
            <a:r>
              <a:rPr lang="en-GB">
                <a:effectLst/>
              </a:rPr>
              <a:t>https://www.npr.org/2016/04/26/475573489/tom-hanks-says-self-doubt-is-a-high-wire-act-that-we-all-walk</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52</a:t>
            </a:fld>
            <a:endParaRPr lang="en-GB"/>
          </a:p>
        </p:txBody>
      </p:sp>
    </p:spTree>
    <p:extLst>
      <p:ext uri="{BB962C8B-B14F-4D97-AF65-F5344CB8AC3E}">
        <p14:creationId xmlns:p14="http://schemas.microsoft.com/office/powerpoint/2010/main" val="2351990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a:p>
            <a:r>
              <a:rPr lang="en-GB">
                <a:effectLst/>
              </a:rPr>
              <a:t>It doesn't go away, that feeling that you shouldn't take me that seriously. </a:t>
            </a:r>
            <a:br>
              <a:rPr lang="en-GB">
                <a:effectLst/>
              </a:rPr>
            </a:br>
            <a:r>
              <a:rPr lang="en-GB">
                <a:effectLst/>
              </a:rPr>
              <a:t>What do I know? </a:t>
            </a:r>
            <a:br>
              <a:rPr lang="en-GB">
                <a:effectLst/>
              </a:rPr>
            </a:br>
            <a:r>
              <a:rPr lang="en-GB">
                <a:effectLst/>
              </a:rPr>
              <a:t>I share that with you because we all have doubts in our abilities, about our power and what that power is.</a:t>
            </a:r>
            <a:br>
              <a:rPr lang="en-GB">
                <a:effectLst/>
              </a:rPr>
            </a:br>
            <a:r>
              <a:rPr lang="en-GB">
                <a:effectLst/>
              </a:rPr>
              <a:t>https://www.bbc.co.uk/news/uk-46434147</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53</a:t>
            </a:fld>
            <a:endParaRPr lang="en-GB"/>
          </a:p>
        </p:txBody>
      </p:sp>
    </p:spTree>
    <p:extLst>
      <p:ext uri="{BB962C8B-B14F-4D97-AF65-F5344CB8AC3E}">
        <p14:creationId xmlns:p14="http://schemas.microsoft.com/office/powerpoint/2010/main" val="25063949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a:p>
            <a:r>
              <a:rPr lang="en-GB">
                <a:effectLst/>
              </a:rPr>
              <a:t>The exaggerated esteem in which my lifework is held makes me very ill at ease. </a:t>
            </a:r>
            <a:br>
              <a:rPr lang="en-GB">
                <a:effectLst/>
              </a:rPr>
            </a:br>
            <a:r>
              <a:rPr lang="en-GB">
                <a:effectLst/>
              </a:rPr>
              <a:t>I feel compelled to think of myself as an involuntary swindler.</a:t>
            </a:r>
            <a:br>
              <a:rPr lang="en-GB">
                <a:effectLst/>
              </a:rPr>
            </a:br>
            <a:r>
              <a:rPr lang="en-GB">
                <a:effectLst/>
              </a:rPr>
              <a:t>https://www.nature.com/articles/529438a</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54</a:t>
            </a:fld>
            <a:endParaRPr lang="en-GB"/>
          </a:p>
        </p:txBody>
      </p:sp>
    </p:spTree>
    <p:extLst>
      <p:ext uri="{BB962C8B-B14F-4D97-AF65-F5344CB8AC3E}">
        <p14:creationId xmlns:p14="http://schemas.microsoft.com/office/powerpoint/2010/main" val="2652011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a:br>
            <a:endParaRPr lang="en-GB"/>
          </a:p>
          <a:p>
            <a:r>
              <a:rPr lang="en-GB"/>
              <a:t>“It’s almost like the better I do, the more my feeling of inadequacy actually increases, because I’m just going, ‘Any moment, someone’s going to find out I’m a total fraud, and that I don’t deserve any of what I’ve achieved.”</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55</a:t>
            </a:fld>
            <a:endParaRPr lang="en-GB"/>
          </a:p>
        </p:txBody>
      </p:sp>
    </p:spTree>
    <p:extLst>
      <p:ext uri="{BB962C8B-B14F-4D97-AF65-F5344CB8AC3E}">
        <p14:creationId xmlns:p14="http://schemas.microsoft.com/office/powerpoint/2010/main" val="36288891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It’s worrying about not being good enough, about being found out, about not being worthy as an actor.</a:t>
            </a:r>
            <a:br>
              <a:rPr lang="en-GB">
                <a:effectLst/>
              </a:rPr>
            </a:br>
            <a:r>
              <a:rPr lang="en-GB">
                <a:effectLst/>
              </a:rPr>
              <a:t>http://davidtennantontwitter.blogspot.com/2019/05/0526ST.html</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56</a:t>
            </a:fld>
            <a:endParaRPr lang="en-GB"/>
          </a:p>
        </p:txBody>
      </p:sp>
    </p:spTree>
    <p:extLst>
      <p:ext uri="{BB962C8B-B14F-4D97-AF65-F5344CB8AC3E}">
        <p14:creationId xmlns:p14="http://schemas.microsoft.com/office/powerpoint/2010/main" val="11793728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“Today I feel much like I did when I came to Harvard Yard as a freshman in 1999,” </a:t>
            </a:r>
            <a:r>
              <a:rPr lang="en-GB">
                <a:hlinkClick r:id="rId3"/>
              </a:rPr>
              <a:t>she told the students who had gathered to listen to her.</a:t>
            </a:r>
            <a:r>
              <a:rPr lang="en-GB"/>
              <a:t> “I felt like there had been some mistake, that I wasn’t smart enough to be in this company, and that every time I opened my mouth I would have to prove that I wasn’t just a dumb actress.”</a:t>
            </a:r>
          </a:p>
        </p:txBody>
      </p:sp>
      <p:sp>
        <p:nvSpPr>
          <p:cNvPr id="4" name="Slide Number Placeholder 3"/>
          <p:cNvSpPr>
            <a:spLocks noGrp="1"/>
          </p:cNvSpPr>
          <p:nvPr>
            <p:ph type="sldNum" sz="quarter" idx="5"/>
          </p:nvPr>
        </p:nvSpPr>
        <p:spPr/>
        <p:txBody>
          <a:bodyPr/>
          <a:lstStyle/>
          <a:p>
            <a:fld id="{90B8BF63-7686-493A-8B6E-EE88A0F21868}" type="slidenum">
              <a:rPr lang="en-GB" smtClean="0"/>
              <a:t>57</a:t>
            </a:fld>
            <a:endParaRPr lang="en-GB"/>
          </a:p>
        </p:txBody>
      </p:sp>
    </p:spTree>
    <p:extLst>
      <p:ext uri="{BB962C8B-B14F-4D97-AF65-F5344CB8AC3E}">
        <p14:creationId xmlns:p14="http://schemas.microsoft.com/office/powerpoint/2010/main" val="34759307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There even more within the data community</a:t>
            </a:r>
          </a:p>
          <a:p>
            <a:r>
              <a:rPr lang="en-GB"/>
              <a:t>That also suffer from imposter syndrome</a:t>
            </a:r>
          </a:p>
          <a:p>
            <a:r>
              <a:rPr lang="en-GB"/>
              <a:t>Scott </a:t>
            </a:r>
            <a:r>
              <a:rPr lang="en-GB" err="1"/>
              <a:t>Hanselman</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58</a:t>
            </a:fld>
            <a:endParaRPr lang="en-GB"/>
          </a:p>
        </p:txBody>
      </p:sp>
    </p:spTree>
    <p:extLst>
      <p:ext uri="{BB962C8B-B14F-4D97-AF65-F5344CB8AC3E}">
        <p14:creationId xmlns:p14="http://schemas.microsoft.com/office/powerpoint/2010/main" val="32731923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https://www.flickr.com/photos/joysaphine/2445439236</a:t>
            </a:r>
          </a:p>
          <a:p>
            <a:r>
              <a:rPr lang="en-GB"/>
              <a:t>Dealing with Bull Shit Bob</a:t>
            </a:r>
          </a:p>
        </p:txBody>
      </p:sp>
      <p:sp>
        <p:nvSpPr>
          <p:cNvPr id="4" name="Slide Number Placeholder 3"/>
          <p:cNvSpPr>
            <a:spLocks noGrp="1"/>
          </p:cNvSpPr>
          <p:nvPr>
            <p:ph type="sldNum" sz="quarter" idx="5"/>
          </p:nvPr>
        </p:nvSpPr>
        <p:spPr/>
        <p:txBody>
          <a:bodyPr/>
          <a:lstStyle/>
          <a:p>
            <a:fld id="{90B8BF63-7686-493A-8B6E-EE88A0F21868}" type="slidenum">
              <a:rPr lang="en-GB" smtClean="0"/>
              <a:t>59</a:t>
            </a:fld>
            <a:endParaRPr lang="en-GB"/>
          </a:p>
        </p:txBody>
      </p:sp>
    </p:spTree>
    <p:extLst>
      <p:ext uri="{BB962C8B-B14F-4D97-AF65-F5344CB8AC3E}">
        <p14:creationId xmlns:p14="http://schemas.microsoft.com/office/powerpoint/2010/main" val="30321059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Henry </a:t>
            </a:r>
            <a:r>
              <a:rPr lang="en-GB" err="1">
                <a:hlinkClick r:id="rId3"/>
              </a:rPr>
              <a:t>Hustava</a:t>
            </a:r>
            <a:r>
              <a:rPr lang="en-GB"/>
              <a:t> on </a:t>
            </a:r>
            <a:r>
              <a:rPr lang="en-GB" err="1">
                <a:hlinkClick r:id="rId4"/>
              </a:rPr>
              <a:t>Unsplash</a:t>
            </a:r>
            <a:endParaRPr lang="en-GB"/>
          </a:p>
          <a:p>
            <a:r>
              <a:rPr lang="en-GB"/>
              <a:t>So how do I defend myself against Bullshit Bob?</a:t>
            </a:r>
          </a:p>
        </p:txBody>
      </p:sp>
      <p:sp>
        <p:nvSpPr>
          <p:cNvPr id="4" name="Slide Number Placeholder 3"/>
          <p:cNvSpPr>
            <a:spLocks noGrp="1"/>
          </p:cNvSpPr>
          <p:nvPr>
            <p:ph type="sldNum" sz="quarter" idx="5"/>
          </p:nvPr>
        </p:nvSpPr>
        <p:spPr/>
        <p:txBody>
          <a:bodyPr/>
          <a:lstStyle/>
          <a:p>
            <a:fld id="{90B8BF63-7686-493A-8B6E-EE88A0F21868}" type="slidenum">
              <a:rPr lang="en-GB" smtClean="0"/>
              <a:t>64</a:t>
            </a:fld>
            <a:endParaRPr lang="en-GB"/>
          </a:p>
        </p:txBody>
      </p:sp>
    </p:spTree>
    <p:extLst>
      <p:ext uri="{BB962C8B-B14F-4D97-AF65-F5344CB8AC3E}">
        <p14:creationId xmlns:p14="http://schemas.microsoft.com/office/powerpoint/2010/main" val="13289723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Borta</a:t>
            </a:r>
            <a:r>
              <a:rPr lang="en-GB">
                <a:effectLst/>
              </a:rPr>
              <a:t>: https://www.pexels.com/photo/black-microphone-in-light-conference-hall-4331578/</a:t>
            </a:r>
          </a:p>
          <a:p>
            <a:endParaRPr lang="en-GB">
              <a:effectLst/>
            </a:endParaRPr>
          </a:p>
          <a:p>
            <a:r>
              <a:rPr lang="en-GB">
                <a:effectLst/>
              </a:rPr>
              <a:t>Scientific basis for self talk</a:t>
            </a:r>
          </a:p>
          <a:p>
            <a:endParaRPr lang="en-GB">
              <a:effectLst/>
            </a:endParaRPr>
          </a:p>
          <a:p>
            <a:r>
              <a:rPr lang="en-GB">
                <a:effectLst/>
              </a:rPr>
              <a:t>Choose to re-frame your internal and external dialogue about you</a:t>
            </a:r>
          </a:p>
          <a:p>
            <a:endParaRPr lang="en-GB">
              <a:effectLst/>
            </a:endParaRPr>
          </a:p>
          <a:p>
            <a:r>
              <a:rPr lang="en-GB">
                <a:effectLst/>
              </a:rPr>
              <a:t>Visualising situations</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65</a:t>
            </a:fld>
            <a:endParaRPr lang="en-GB"/>
          </a:p>
        </p:txBody>
      </p:sp>
    </p:spTree>
    <p:extLst>
      <p:ext uri="{BB962C8B-B14F-4D97-AF65-F5344CB8AC3E}">
        <p14:creationId xmlns:p14="http://schemas.microsoft.com/office/powerpoint/2010/main" val="27090263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John </a:t>
            </a:r>
            <a:r>
              <a:rPr lang="en-GB" err="1">
                <a:hlinkClick r:id="rId3"/>
              </a:rPr>
              <a:t>Arano</a:t>
            </a:r>
            <a:r>
              <a:rPr lang="en-GB"/>
              <a:t> on </a:t>
            </a:r>
            <a:r>
              <a:rPr lang="en-GB" err="1">
                <a:hlinkClick r:id="rId4"/>
              </a:rPr>
              <a:t>Unsplash</a:t>
            </a:r>
            <a:r>
              <a:rPr lang="en-GB"/>
              <a:t> </a:t>
            </a:r>
          </a:p>
          <a:p>
            <a:r>
              <a:rPr lang="en-GB"/>
              <a:t>Self-talk has become one of my strengths.</a:t>
            </a:r>
          </a:p>
          <a:p>
            <a:r>
              <a:rPr lang="en-GB"/>
              <a:t>Its not easy and it requires practice</a:t>
            </a:r>
          </a:p>
        </p:txBody>
      </p:sp>
      <p:sp>
        <p:nvSpPr>
          <p:cNvPr id="4" name="Slide Number Placeholder 3"/>
          <p:cNvSpPr>
            <a:spLocks noGrp="1"/>
          </p:cNvSpPr>
          <p:nvPr>
            <p:ph type="sldNum" sz="quarter" idx="5"/>
          </p:nvPr>
        </p:nvSpPr>
        <p:spPr/>
        <p:txBody>
          <a:bodyPr/>
          <a:lstStyle/>
          <a:p>
            <a:fld id="{90B8BF63-7686-493A-8B6E-EE88A0F21868}" type="slidenum">
              <a:rPr lang="en-GB" smtClean="0"/>
              <a:t>66</a:t>
            </a:fld>
            <a:endParaRPr lang="en-GB"/>
          </a:p>
        </p:txBody>
      </p:sp>
    </p:spTree>
    <p:extLst>
      <p:ext uri="{BB962C8B-B14F-4D97-AF65-F5344CB8AC3E}">
        <p14:creationId xmlns:p14="http://schemas.microsoft.com/office/powerpoint/2010/main" val="30109267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Nathanaël</a:t>
            </a:r>
            <a:r>
              <a:rPr lang="en-GB">
                <a:hlinkClick r:id="rId3"/>
              </a:rPr>
              <a:t> </a:t>
            </a:r>
            <a:r>
              <a:rPr lang="en-GB" err="1">
                <a:hlinkClick r:id="rId3"/>
              </a:rPr>
              <a:t>Desmeules</a:t>
            </a:r>
            <a:r>
              <a:rPr lang="en-GB"/>
              <a:t> on </a:t>
            </a:r>
            <a:r>
              <a:rPr lang="en-GB" err="1">
                <a:hlinkClick r:id="rId4"/>
              </a:rPr>
              <a:t>Unsplash</a:t>
            </a:r>
            <a:r>
              <a:rPr lang="en-GB"/>
              <a:t> </a:t>
            </a:r>
          </a:p>
          <a:p>
            <a:endParaRPr lang="en-GB"/>
          </a:p>
          <a:p>
            <a:r>
              <a:rPr lang="en-GB"/>
              <a:t>Sometimes I have to reframe the way I talk about situations and events </a:t>
            </a:r>
          </a:p>
          <a:p>
            <a:r>
              <a:rPr lang="en-GB"/>
              <a:t>On one side I have bull shit bob saying one thing</a:t>
            </a:r>
          </a:p>
          <a:p>
            <a:r>
              <a:rPr lang="en-GB"/>
              <a:t>On the other side I have to reframe the situation to get a more positive way of looking at things</a:t>
            </a:r>
          </a:p>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67</a:t>
            </a:fld>
            <a:endParaRPr lang="en-GB"/>
          </a:p>
        </p:txBody>
      </p:sp>
    </p:spTree>
    <p:extLst>
      <p:ext uri="{BB962C8B-B14F-4D97-AF65-F5344CB8AC3E}">
        <p14:creationId xmlns:p14="http://schemas.microsoft.com/office/powerpoint/2010/main" val="42202173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what do I mean by negative self talk?</a:t>
            </a:r>
          </a:p>
          <a:p>
            <a:r>
              <a:rPr lang="en-GB"/>
              <a:t>Let me show you some examples</a:t>
            </a:r>
          </a:p>
        </p:txBody>
      </p:sp>
      <p:sp>
        <p:nvSpPr>
          <p:cNvPr id="4" name="Slide Number Placeholder 3"/>
          <p:cNvSpPr>
            <a:spLocks noGrp="1"/>
          </p:cNvSpPr>
          <p:nvPr>
            <p:ph type="sldNum" sz="quarter" idx="5"/>
          </p:nvPr>
        </p:nvSpPr>
        <p:spPr/>
        <p:txBody>
          <a:bodyPr/>
          <a:lstStyle/>
          <a:p>
            <a:fld id="{90B8BF63-7686-493A-8B6E-EE88A0F21868}" type="slidenum">
              <a:rPr lang="en-GB" smtClean="0"/>
              <a:t>68</a:t>
            </a:fld>
            <a:endParaRPr lang="en-GB"/>
          </a:p>
        </p:txBody>
      </p:sp>
    </p:spTree>
    <p:extLst>
      <p:ext uri="{BB962C8B-B14F-4D97-AF65-F5344CB8AC3E}">
        <p14:creationId xmlns:p14="http://schemas.microsoft.com/office/powerpoint/2010/main" val="26469472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Yes you might be scared about learning something new, lots more to learn</a:t>
            </a:r>
          </a:p>
          <a:p>
            <a:r>
              <a:rPr lang="en-GB"/>
              <a:t>Embrace the fear</a:t>
            </a:r>
          </a:p>
        </p:txBody>
      </p:sp>
      <p:sp>
        <p:nvSpPr>
          <p:cNvPr id="4" name="Slide Number Placeholder 3"/>
          <p:cNvSpPr>
            <a:spLocks noGrp="1"/>
          </p:cNvSpPr>
          <p:nvPr>
            <p:ph type="sldNum" sz="quarter" idx="5"/>
          </p:nvPr>
        </p:nvSpPr>
        <p:spPr/>
        <p:txBody>
          <a:bodyPr/>
          <a:lstStyle/>
          <a:p>
            <a:fld id="{90B8BF63-7686-493A-8B6E-EE88A0F21868}" type="slidenum">
              <a:rPr lang="en-GB" smtClean="0"/>
              <a:t>70</a:t>
            </a:fld>
            <a:endParaRPr lang="en-GB"/>
          </a:p>
        </p:txBody>
      </p:sp>
    </p:spTree>
    <p:extLst>
      <p:ext uri="{BB962C8B-B14F-4D97-AF65-F5344CB8AC3E}">
        <p14:creationId xmlns:p14="http://schemas.microsoft.com/office/powerpoint/2010/main" val="29440910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Yes you might be scared about learning something new, lots more to learn</a:t>
            </a:r>
          </a:p>
          <a:p>
            <a:r>
              <a:rPr lang="en-GB"/>
              <a:t>Embrace the fear</a:t>
            </a:r>
          </a:p>
        </p:txBody>
      </p:sp>
      <p:sp>
        <p:nvSpPr>
          <p:cNvPr id="4" name="Slide Number Placeholder 3"/>
          <p:cNvSpPr>
            <a:spLocks noGrp="1"/>
          </p:cNvSpPr>
          <p:nvPr>
            <p:ph type="sldNum" sz="quarter" idx="5"/>
          </p:nvPr>
        </p:nvSpPr>
        <p:spPr/>
        <p:txBody>
          <a:bodyPr/>
          <a:lstStyle/>
          <a:p>
            <a:fld id="{90B8BF63-7686-493A-8B6E-EE88A0F21868}" type="slidenum">
              <a:rPr lang="en-GB" smtClean="0"/>
              <a:t>72</a:t>
            </a:fld>
            <a:endParaRPr lang="en-GB"/>
          </a:p>
        </p:txBody>
      </p:sp>
    </p:spTree>
    <p:extLst>
      <p:ext uri="{BB962C8B-B14F-4D97-AF65-F5344CB8AC3E}">
        <p14:creationId xmlns:p14="http://schemas.microsoft.com/office/powerpoint/2010/main" val="40732846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Ann H: https://www.pexels.com/photo/photo-of-cubes-with-letters-forming-the-word-repeat-15380264/</a:t>
            </a:r>
          </a:p>
          <a:p>
            <a:endParaRPr lang="en-GB">
              <a:effectLst/>
            </a:endParaRPr>
          </a:p>
          <a:p>
            <a:r>
              <a:rPr lang="en-GB">
                <a:effectLst/>
              </a:rPr>
              <a:t>For me to use positive self-talk I have to repeat and practice it every day</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74</a:t>
            </a:fld>
            <a:endParaRPr lang="en-GB"/>
          </a:p>
        </p:txBody>
      </p:sp>
    </p:spTree>
    <p:extLst>
      <p:ext uri="{BB962C8B-B14F-4D97-AF65-F5344CB8AC3E}">
        <p14:creationId xmlns:p14="http://schemas.microsoft.com/office/powerpoint/2010/main" val="5030954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rPr>
              <a:t>Photo by Tima Miroshnichenko from </a:t>
            </a:r>
            <a:r>
              <a:rPr lang="en-GB" dirty="0" err="1">
                <a:effectLst/>
              </a:rPr>
              <a:t>Pexels</a:t>
            </a:r>
            <a:r>
              <a:rPr lang="en-GB" dirty="0">
                <a:effectLst/>
              </a:rPr>
              <a:t>: https://www.pexels.com/photo/close-up-shot-of-text-on-a-blue-surface-5912741/</a:t>
            </a:r>
          </a:p>
          <a:p>
            <a:r>
              <a:rPr lang="en-GB" dirty="0">
                <a:effectLst/>
              </a:rPr>
              <a:t>This has been about what I do how can you help?</a:t>
            </a:r>
            <a:endParaRPr lang="en-GB" dirty="0"/>
          </a:p>
        </p:txBody>
      </p:sp>
      <p:sp>
        <p:nvSpPr>
          <p:cNvPr id="4" name="Slide Number Placeholder 3"/>
          <p:cNvSpPr>
            <a:spLocks noGrp="1"/>
          </p:cNvSpPr>
          <p:nvPr>
            <p:ph type="sldNum" sz="quarter" idx="5"/>
          </p:nvPr>
        </p:nvSpPr>
        <p:spPr/>
        <p:txBody>
          <a:bodyPr/>
          <a:lstStyle/>
          <a:p>
            <a:fld id="{90B8BF63-7686-493A-8B6E-EE88A0F21868}" type="slidenum">
              <a:rPr lang="en-GB" smtClean="0"/>
              <a:t>75</a:t>
            </a:fld>
            <a:endParaRPr lang="en-GB"/>
          </a:p>
        </p:txBody>
      </p:sp>
    </p:spTree>
    <p:extLst>
      <p:ext uri="{BB962C8B-B14F-4D97-AF65-F5344CB8AC3E}">
        <p14:creationId xmlns:p14="http://schemas.microsoft.com/office/powerpoint/2010/main" val="14631754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UK Black Tech</a:t>
            </a:r>
            <a:r>
              <a:rPr lang="en-GB" dirty="0"/>
              <a:t> on </a:t>
            </a:r>
            <a:r>
              <a:rPr lang="en-GB" dirty="0" err="1">
                <a:hlinkClick r:id="rId4"/>
              </a:rPr>
              <a:t>Unsplash</a:t>
            </a:r>
            <a:endParaRPr lang="en-GB" dirty="0"/>
          </a:p>
          <a:p>
            <a:r>
              <a:rPr lang="en-GB" dirty="0"/>
              <a:t>In a meeting with colleagues listen to what is being said</a:t>
            </a:r>
          </a:p>
        </p:txBody>
      </p:sp>
      <p:sp>
        <p:nvSpPr>
          <p:cNvPr id="4" name="Slide Number Placeholder 3"/>
          <p:cNvSpPr>
            <a:spLocks noGrp="1"/>
          </p:cNvSpPr>
          <p:nvPr>
            <p:ph type="sldNum" sz="quarter" idx="5"/>
          </p:nvPr>
        </p:nvSpPr>
        <p:spPr/>
        <p:txBody>
          <a:bodyPr/>
          <a:lstStyle/>
          <a:p>
            <a:fld id="{90B8BF63-7686-493A-8B6E-EE88A0F21868}" type="slidenum">
              <a:rPr lang="en-GB" smtClean="0"/>
              <a:t>76</a:t>
            </a:fld>
            <a:endParaRPr lang="en-GB"/>
          </a:p>
        </p:txBody>
      </p:sp>
    </p:spTree>
    <p:extLst>
      <p:ext uri="{BB962C8B-B14F-4D97-AF65-F5344CB8AC3E}">
        <p14:creationId xmlns:p14="http://schemas.microsoft.com/office/powerpoint/2010/main" val="14115950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They think that its just luck that delivered the solution they found</a:t>
            </a:r>
          </a:p>
        </p:txBody>
      </p:sp>
      <p:sp>
        <p:nvSpPr>
          <p:cNvPr id="4" name="Slide Number Placeholder 3"/>
          <p:cNvSpPr>
            <a:spLocks noGrp="1"/>
          </p:cNvSpPr>
          <p:nvPr>
            <p:ph type="sldNum" sz="quarter" idx="5"/>
          </p:nvPr>
        </p:nvSpPr>
        <p:spPr/>
        <p:txBody>
          <a:bodyPr/>
          <a:lstStyle/>
          <a:p>
            <a:fld id="{90B8BF63-7686-493A-8B6E-EE88A0F21868}" type="slidenum">
              <a:rPr lang="en-GB" smtClean="0"/>
              <a:t>77</a:t>
            </a:fld>
            <a:endParaRPr lang="en-GB"/>
          </a:p>
        </p:txBody>
      </p:sp>
    </p:spTree>
    <p:extLst>
      <p:ext uri="{BB962C8B-B14F-4D97-AF65-F5344CB8AC3E}">
        <p14:creationId xmlns:p14="http://schemas.microsoft.com/office/powerpoint/2010/main" val="37553714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1476A-4538-A63A-218A-F8125245E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63BB9-E762-47DE-5B57-4E9746BD6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626D5-0F34-9DC9-C330-1ECEF14C2C23}"/>
              </a:ext>
            </a:extLst>
          </p:cNvPr>
          <p:cNvSpPr>
            <a:spLocks noGrp="1"/>
          </p:cNvSpPr>
          <p:nvPr>
            <p:ph type="body" idx="1"/>
          </p:nvPr>
        </p:nvSpPr>
        <p:spPr/>
        <p:txBody>
          <a:bodyPr/>
          <a:lstStyle/>
          <a:p>
            <a:r>
              <a:rPr lang="en-GB" dirty="0"/>
              <a:t>If you recognise that they delivered the solution through their technical ability tell them</a:t>
            </a:r>
          </a:p>
        </p:txBody>
      </p:sp>
      <p:sp>
        <p:nvSpPr>
          <p:cNvPr id="4" name="Slide Number Placeholder 3">
            <a:extLst>
              <a:ext uri="{FF2B5EF4-FFF2-40B4-BE49-F238E27FC236}">
                <a16:creationId xmlns:a16="http://schemas.microsoft.com/office/drawing/2014/main" id="{8A2B2BE8-CCD4-2EBE-4EF5-31783339B66D}"/>
              </a:ext>
            </a:extLst>
          </p:cNvPr>
          <p:cNvSpPr>
            <a:spLocks noGrp="1"/>
          </p:cNvSpPr>
          <p:nvPr>
            <p:ph type="sldNum" sz="quarter" idx="5"/>
          </p:nvPr>
        </p:nvSpPr>
        <p:spPr/>
        <p:txBody>
          <a:bodyPr/>
          <a:lstStyle/>
          <a:p>
            <a:fld id="{90B8BF63-7686-493A-8B6E-EE88A0F21868}" type="slidenum">
              <a:rPr lang="en-GB" smtClean="0"/>
              <a:t>78</a:t>
            </a:fld>
            <a:endParaRPr lang="en-GB"/>
          </a:p>
        </p:txBody>
      </p:sp>
    </p:spTree>
    <p:extLst>
      <p:ext uri="{BB962C8B-B14F-4D97-AF65-F5344CB8AC3E}">
        <p14:creationId xmlns:p14="http://schemas.microsoft.com/office/powerpoint/2010/main" val="1713035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Sometimes lack of confidence makes it hard to take that next step. They feel that need to know everything.</a:t>
            </a:r>
          </a:p>
        </p:txBody>
      </p:sp>
      <p:sp>
        <p:nvSpPr>
          <p:cNvPr id="4" name="Slide Number Placeholder 3"/>
          <p:cNvSpPr>
            <a:spLocks noGrp="1"/>
          </p:cNvSpPr>
          <p:nvPr>
            <p:ph type="sldNum" sz="quarter" idx="5"/>
          </p:nvPr>
        </p:nvSpPr>
        <p:spPr/>
        <p:txBody>
          <a:bodyPr/>
          <a:lstStyle/>
          <a:p>
            <a:fld id="{90B8BF63-7686-493A-8B6E-EE88A0F21868}" type="slidenum">
              <a:rPr lang="en-GB" smtClean="0"/>
              <a:t>79</a:t>
            </a:fld>
            <a:endParaRPr lang="en-GB"/>
          </a:p>
        </p:txBody>
      </p:sp>
    </p:spTree>
    <p:extLst>
      <p:ext uri="{BB962C8B-B14F-4D97-AF65-F5344CB8AC3E}">
        <p14:creationId xmlns:p14="http://schemas.microsoft.com/office/powerpoint/2010/main" val="39232794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AABFF-5DEF-B6BD-F096-066678B6B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A2C63-A2BD-7663-5544-E1EBDF69D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6E70B-A489-C0C9-714F-5565AC16C9DF}"/>
              </a:ext>
            </a:extLst>
          </p:cNvPr>
          <p:cNvSpPr>
            <a:spLocks noGrp="1"/>
          </p:cNvSpPr>
          <p:nvPr>
            <p:ph type="body" idx="1"/>
          </p:nvPr>
        </p:nvSpPr>
        <p:spPr/>
        <p:txBody>
          <a:bodyPr/>
          <a:lstStyle/>
          <a:p>
            <a:r>
              <a:rPr lang="en-GB" dirty="0"/>
              <a:t>If you are confident in their abilities, they need someone know believes in them and their abilities.</a:t>
            </a:r>
          </a:p>
        </p:txBody>
      </p:sp>
      <p:sp>
        <p:nvSpPr>
          <p:cNvPr id="4" name="Slide Number Placeholder 3">
            <a:extLst>
              <a:ext uri="{FF2B5EF4-FFF2-40B4-BE49-F238E27FC236}">
                <a16:creationId xmlns:a16="http://schemas.microsoft.com/office/drawing/2014/main" id="{046AF169-2F2D-8971-5632-6DB28337E10E}"/>
              </a:ext>
            </a:extLst>
          </p:cNvPr>
          <p:cNvSpPr>
            <a:spLocks noGrp="1"/>
          </p:cNvSpPr>
          <p:nvPr>
            <p:ph type="sldNum" sz="quarter" idx="5"/>
          </p:nvPr>
        </p:nvSpPr>
        <p:spPr/>
        <p:txBody>
          <a:bodyPr/>
          <a:lstStyle/>
          <a:p>
            <a:fld id="{90B8BF63-7686-493A-8B6E-EE88A0F21868}" type="slidenum">
              <a:rPr lang="en-GB" smtClean="0"/>
              <a:t>80</a:t>
            </a:fld>
            <a:endParaRPr lang="en-GB"/>
          </a:p>
        </p:txBody>
      </p:sp>
    </p:spTree>
    <p:extLst>
      <p:ext uri="{BB962C8B-B14F-4D97-AF65-F5344CB8AC3E}">
        <p14:creationId xmlns:p14="http://schemas.microsoft.com/office/powerpoint/2010/main" val="30288613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engin</a:t>
            </a:r>
            <a:r>
              <a:rPr lang="en-GB">
                <a:hlinkClick r:id="rId3"/>
              </a:rPr>
              <a:t> </a:t>
            </a:r>
            <a:r>
              <a:rPr lang="en-GB" err="1">
                <a:hlinkClick r:id="rId3"/>
              </a:rPr>
              <a:t>akyurt</a:t>
            </a:r>
            <a:r>
              <a:rPr lang="en-GB"/>
              <a:t> on </a:t>
            </a:r>
            <a:r>
              <a:rPr lang="en-GB" err="1">
                <a:hlinkClick r:id="rId4"/>
              </a:rPr>
              <a:t>Unsplash</a:t>
            </a:r>
            <a:r>
              <a:rPr lang="en-GB"/>
              <a:t> </a:t>
            </a:r>
          </a:p>
          <a:p>
            <a:r>
              <a:rPr lang="en-GB"/>
              <a:t>Living with it</a:t>
            </a:r>
          </a:p>
          <a:p>
            <a:r>
              <a:rPr lang="en-GB"/>
              <a:t>What kind of impact does it have on my life?</a:t>
            </a:r>
          </a:p>
        </p:txBody>
      </p:sp>
      <p:sp>
        <p:nvSpPr>
          <p:cNvPr id="4" name="Slide Number Placeholder 3"/>
          <p:cNvSpPr>
            <a:spLocks noGrp="1"/>
          </p:cNvSpPr>
          <p:nvPr>
            <p:ph type="sldNum" sz="quarter" idx="5"/>
          </p:nvPr>
        </p:nvSpPr>
        <p:spPr/>
        <p:txBody>
          <a:bodyPr/>
          <a:lstStyle/>
          <a:p>
            <a:fld id="{90B8BF63-7686-493A-8B6E-EE88A0F21868}" type="slidenum">
              <a:rPr lang="en-GB" smtClean="0"/>
              <a:t>82</a:t>
            </a:fld>
            <a:endParaRPr lang="en-GB"/>
          </a:p>
        </p:txBody>
      </p:sp>
    </p:spTree>
    <p:extLst>
      <p:ext uri="{BB962C8B-B14F-4D97-AF65-F5344CB8AC3E}">
        <p14:creationId xmlns:p14="http://schemas.microsoft.com/office/powerpoint/2010/main" val="38344021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83</a:t>
            </a:fld>
            <a:endParaRPr lang="en-GB"/>
          </a:p>
        </p:txBody>
      </p:sp>
    </p:spTree>
    <p:extLst>
      <p:ext uri="{BB962C8B-B14F-4D97-AF65-F5344CB8AC3E}">
        <p14:creationId xmlns:p14="http://schemas.microsoft.com/office/powerpoint/2010/main" val="10327158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RDNE Stock project: https://www.pexels.com/photo/businessmen-holding-coffee-while-having-conversation-8124226/</a:t>
            </a:r>
          </a:p>
          <a:p>
            <a:r>
              <a:rPr lang="en-GB">
                <a:effectLst/>
              </a:rPr>
              <a:t>Tell someone at least one person you TRUST</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84</a:t>
            </a:fld>
            <a:endParaRPr lang="en-GB"/>
          </a:p>
        </p:txBody>
      </p:sp>
    </p:spTree>
    <p:extLst>
      <p:ext uri="{BB962C8B-B14F-4D97-AF65-F5344CB8AC3E}">
        <p14:creationId xmlns:p14="http://schemas.microsoft.com/office/powerpoint/2010/main" val="24931021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was amazed at the response!</a:t>
            </a:r>
          </a:p>
        </p:txBody>
      </p:sp>
      <p:sp>
        <p:nvSpPr>
          <p:cNvPr id="4" name="Slide Number Placeholder 3"/>
          <p:cNvSpPr>
            <a:spLocks noGrp="1"/>
          </p:cNvSpPr>
          <p:nvPr>
            <p:ph type="sldNum" sz="quarter" idx="5"/>
          </p:nvPr>
        </p:nvSpPr>
        <p:spPr/>
        <p:txBody>
          <a:bodyPr/>
          <a:lstStyle/>
          <a:p>
            <a:fld id="{90B8BF63-7686-493A-8B6E-EE88A0F21868}" type="slidenum">
              <a:rPr lang="en-GB" smtClean="0"/>
              <a:t>85</a:t>
            </a:fld>
            <a:endParaRPr lang="en-GB"/>
          </a:p>
        </p:txBody>
      </p:sp>
    </p:spTree>
    <p:extLst>
      <p:ext uri="{BB962C8B-B14F-4D97-AF65-F5344CB8AC3E}">
        <p14:creationId xmlns:p14="http://schemas.microsoft.com/office/powerpoint/2010/main" val="6293244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what people said to me, then they read the article I was not alone in feeling that way.</a:t>
            </a:r>
          </a:p>
        </p:txBody>
      </p:sp>
      <p:sp>
        <p:nvSpPr>
          <p:cNvPr id="4" name="Slide Number Placeholder 3"/>
          <p:cNvSpPr>
            <a:spLocks noGrp="1"/>
          </p:cNvSpPr>
          <p:nvPr>
            <p:ph type="sldNum" sz="quarter" idx="5"/>
          </p:nvPr>
        </p:nvSpPr>
        <p:spPr/>
        <p:txBody>
          <a:bodyPr/>
          <a:lstStyle/>
          <a:p>
            <a:fld id="{90B8BF63-7686-493A-8B6E-EE88A0F21868}" type="slidenum">
              <a:rPr lang="en-GB" smtClean="0"/>
              <a:t>86</a:t>
            </a:fld>
            <a:endParaRPr lang="en-GB"/>
          </a:p>
        </p:txBody>
      </p:sp>
    </p:spTree>
    <p:extLst>
      <p:ext uri="{BB962C8B-B14F-4D97-AF65-F5344CB8AC3E}">
        <p14:creationId xmlns:p14="http://schemas.microsoft.com/office/powerpoint/2010/main" val="12545287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Ralph </a:t>
            </a:r>
            <a:r>
              <a:rPr lang="en-GB" err="1">
                <a:hlinkClick r:id="rId3"/>
              </a:rPr>
              <a:t>Katieb</a:t>
            </a:r>
            <a:r>
              <a:rPr lang="en-GB"/>
              <a:t> on </a:t>
            </a:r>
            <a:r>
              <a:rPr lang="en-GB" err="1">
                <a:hlinkClick r:id="rId4"/>
              </a:rPr>
              <a:t>Unsplash</a:t>
            </a:r>
            <a:r>
              <a:rPr lang="en-GB"/>
              <a:t> </a:t>
            </a:r>
          </a:p>
          <a:p>
            <a:r>
              <a:rPr lang="en-GB"/>
              <a:t>I had to learn that I’m unique and different not quite like anyone else</a:t>
            </a:r>
          </a:p>
        </p:txBody>
      </p:sp>
      <p:sp>
        <p:nvSpPr>
          <p:cNvPr id="4" name="Slide Number Placeholder 3"/>
          <p:cNvSpPr>
            <a:spLocks noGrp="1"/>
          </p:cNvSpPr>
          <p:nvPr>
            <p:ph type="sldNum" sz="quarter" idx="5"/>
          </p:nvPr>
        </p:nvSpPr>
        <p:spPr/>
        <p:txBody>
          <a:bodyPr/>
          <a:lstStyle/>
          <a:p>
            <a:fld id="{90B8BF63-7686-493A-8B6E-EE88A0F21868}" type="slidenum">
              <a:rPr lang="en-GB" smtClean="0"/>
              <a:t>87</a:t>
            </a:fld>
            <a:endParaRPr lang="en-GB"/>
          </a:p>
        </p:txBody>
      </p:sp>
    </p:spTree>
    <p:extLst>
      <p:ext uri="{BB962C8B-B14F-4D97-AF65-F5344CB8AC3E}">
        <p14:creationId xmlns:p14="http://schemas.microsoft.com/office/powerpoint/2010/main" val="334045163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Harry Tucker: https://www.pexels.com/photo/back-view-of-visitor-wearing-mickey-ears-at-disneyland-28561866/</a:t>
            </a:r>
          </a:p>
          <a:p>
            <a:r>
              <a:rPr lang="en-GB"/>
              <a:t>Learned over time that I’m not like everyone else, I’m unique and that’s ok</a:t>
            </a:r>
          </a:p>
        </p:txBody>
      </p:sp>
      <p:sp>
        <p:nvSpPr>
          <p:cNvPr id="4" name="Slide Number Placeholder 3"/>
          <p:cNvSpPr>
            <a:spLocks noGrp="1"/>
          </p:cNvSpPr>
          <p:nvPr>
            <p:ph type="sldNum" sz="quarter" idx="5"/>
          </p:nvPr>
        </p:nvSpPr>
        <p:spPr/>
        <p:txBody>
          <a:bodyPr/>
          <a:lstStyle/>
          <a:p>
            <a:fld id="{90B8BF63-7686-493A-8B6E-EE88A0F21868}" type="slidenum">
              <a:rPr lang="en-GB" smtClean="0"/>
              <a:t>88</a:t>
            </a:fld>
            <a:endParaRPr lang="en-GB"/>
          </a:p>
        </p:txBody>
      </p:sp>
    </p:spTree>
    <p:extLst>
      <p:ext uri="{BB962C8B-B14F-4D97-AF65-F5344CB8AC3E}">
        <p14:creationId xmlns:p14="http://schemas.microsoft.com/office/powerpoint/2010/main" val="13341654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Guillaume de Germain</a:t>
            </a:r>
            <a:r>
              <a:rPr lang="en-GB"/>
              <a:t> on </a:t>
            </a:r>
            <a:r>
              <a:rPr lang="en-GB" err="1">
                <a:hlinkClick r:id="rId4"/>
              </a:rPr>
              <a:t>Unsplash</a:t>
            </a:r>
            <a:r>
              <a:rPr lang="en-GB"/>
              <a:t> </a:t>
            </a:r>
          </a:p>
          <a:p>
            <a:r>
              <a:rPr lang="en-GB"/>
              <a:t>Being unique, different and accepting it can be a super power</a:t>
            </a:r>
          </a:p>
        </p:txBody>
      </p:sp>
      <p:sp>
        <p:nvSpPr>
          <p:cNvPr id="4" name="Slide Number Placeholder 3"/>
          <p:cNvSpPr>
            <a:spLocks noGrp="1"/>
          </p:cNvSpPr>
          <p:nvPr>
            <p:ph type="sldNum" sz="quarter" idx="5"/>
          </p:nvPr>
        </p:nvSpPr>
        <p:spPr/>
        <p:txBody>
          <a:bodyPr/>
          <a:lstStyle/>
          <a:p>
            <a:fld id="{90B8BF63-7686-493A-8B6E-EE88A0F21868}" type="slidenum">
              <a:rPr lang="en-GB" smtClean="0"/>
              <a:t>89</a:t>
            </a:fld>
            <a:endParaRPr lang="en-GB"/>
          </a:p>
        </p:txBody>
      </p:sp>
    </p:spTree>
    <p:extLst>
      <p:ext uri="{BB962C8B-B14F-4D97-AF65-F5344CB8AC3E}">
        <p14:creationId xmlns:p14="http://schemas.microsoft.com/office/powerpoint/2010/main" val="14961791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https://www.pexels.com/photo/books-in-black-wooden-book-shelf-159711/</a:t>
            </a:r>
          </a:p>
          <a:p>
            <a:r>
              <a:rPr lang="en-GB">
                <a:effectLst/>
              </a:rPr>
              <a:t>Going to talk about creating a library of facts</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90</a:t>
            </a:fld>
            <a:endParaRPr lang="en-GB"/>
          </a:p>
        </p:txBody>
      </p:sp>
    </p:spTree>
    <p:extLst>
      <p:ext uri="{BB962C8B-B14F-4D97-AF65-F5344CB8AC3E}">
        <p14:creationId xmlns:p14="http://schemas.microsoft.com/office/powerpoint/2010/main" val="21634047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91</a:t>
            </a:fld>
            <a:endParaRPr lang="en-GB"/>
          </a:p>
        </p:txBody>
      </p:sp>
    </p:spTree>
    <p:extLst>
      <p:ext uri="{BB962C8B-B14F-4D97-AF65-F5344CB8AC3E}">
        <p14:creationId xmlns:p14="http://schemas.microsoft.com/office/powerpoint/2010/main" val="29450226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Ann H: https://www.pexels.com/photo/white-text-on-white-background-15368257/</a:t>
            </a:r>
          </a:p>
          <a:p>
            <a:r>
              <a:rPr lang="en-GB">
                <a:effectLst/>
              </a:rPr>
              <a:t>So why do this ?</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92</a:t>
            </a:fld>
            <a:endParaRPr lang="en-GB"/>
          </a:p>
        </p:txBody>
      </p:sp>
    </p:spTree>
    <p:extLst>
      <p:ext uri="{BB962C8B-B14F-4D97-AF65-F5344CB8AC3E}">
        <p14:creationId xmlns:p14="http://schemas.microsoft.com/office/powerpoint/2010/main" val="23107638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Hartono Creative Studio</a:t>
            </a:r>
            <a:r>
              <a:rPr lang="en-GB"/>
              <a:t> on </a:t>
            </a:r>
            <a:r>
              <a:rPr lang="en-GB" err="1">
                <a:hlinkClick r:id="rId4"/>
              </a:rPr>
              <a:t>Unsplash</a:t>
            </a:r>
            <a:r>
              <a:rPr lang="en-GB"/>
              <a:t> </a:t>
            </a:r>
          </a:p>
          <a:p>
            <a:r>
              <a:rPr lang="en-GB"/>
              <a:t>Its easy to let you negative emotions and self talk influence you in the wrong way</a:t>
            </a:r>
          </a:p>
        </p:txBody>
      </p:sp>
      <p:sp>
        <p:nvSpPr>
          <p:cNvPr id="4" name="Slide Number Placeholder 3"/>
          <p:cNvSpPr>
            <a:spLocks noGrp="1"/>
          </p:cNvSpPr>
          <p:nvPr>
            <p:ph type="sldNum" sz="quarter" idx="5"/>
          </p:nvPr>
        </p:nvSpPr>
        <p:spPr/>
        <p:txBody>
          <a:bodyPr/>
          <a:lstStyle/>
          <a:p>
            <a:fld id="{90B8BF63-7686-493A-8B6E-EE88A0F21868}" type="slidenum">
              <a:rPr lang="en-GB" smtClean="0"/>
              <a:t>93</a:t>
            </a:fld>
            <a:endParaRPr lang="en-GB"/>
          </a:p>
        </p:txBody>
      </p:sp>
    </p:spTree>
    <p:extLst>
      <p:ext uri="{BB962C8B-B14F-4D97-AF65-F5344CB8AC3E}">
        <p14:creationId xmlns:p14="http://schemas.microsoft.com/office/powerpoint/2010/main" val="28892053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Tingey Injury Law Firm</a:t>
            </a:r>
            <a:r>
              <a:rPr lang="en-GB"/>
              <a:t> on </a:t>
            </a:r>
            <a:r>
              <a:rPr lang="en-GB" err="1">
                <a:hlinkClick r:id="rId4"/>
              </a:rPr>
              <a:t>Unsplash</a:t>
            </a:r>
            <a:r>
              <a:rPr lang="en-GB"/>
              <a:t> </a:t>
            </a:r>
          </a:p>
          <a:p>
            <a:r>
              <a:rPr lang="en-GB"/>
              <a:t>Want to rebalance the scales</a:t>
            </a:r>
          </a:p>
        </p:txBody>
      </p:sp>
      <p:sp>
        <p:nvSpPr>
          <p:cNvPr id="4" name="Slide Number Placeholder 3"/>
          <p:cNvSpPr>
            <a:spLocks noGrp="1"/>
          </p:cNvSpPr>
          <p:nvPr>
            <p:ph type="sldNum" sz="quarter" idx="5"/>
          </p:nvPr>
        </p:nvSpPr>
        <p:spPr/>
        <p:txBody>
          <a:bodyPr/>
          <a:lstStyle/>
          <a:p>
            <a:fld id="{90B8BF63-7686-493A-8B6E-EE88A0F21868}" type="slidenum">
              <a:rPr lang="en-GB" smtClean="0"/>
              <a:t>94</a:t>
            </a:fld>
            <a:endParaRPr lang="en-GB"/>
          </a:p>
        </p:txBody>
      </p:sp>
    </p:spTree>
    <p:extLst>
      <p:ext uri="{BB962C8B-B14F-4D97-AF65-F5344CB8AC3E}">
        <p14:creationId xmlns:p14="http://schemas.microsoft.com/office/powerpoint/2010/main" val="283810259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cannot argue with Facts they are real</a:t>
            </a:r>
          </a:p>
          <a:p>
            <a:r>
              <a:rPr lang="en-GB"/>
              <a:t>Sometimes I forget what I have done</a:t>
            </a:r>
          </a:p>
          <a:p>
            <a:r>
              <a:rPr lang="en-GB"/>
              <a:t>These facts when I read them remind me of what did.</a:t>
            </a:r>
          </a:p>
        </p:txBody>
      </p:sp>
      <p:sp>
        <p:nvSpPr>
          <p:cNvPr id="4" name="Slide Number Placeholder 3"/>
          <p:cNvSpPr>
            <a:spLocks noGrp="1"/>
          </p:cNvSpPr>
          <p:nvPr>
            <p:ph type="sldNum" sz="quarter" idx="5"/>
          </p:nvPr>
        </p:nvSpPr>
        <p:spPr/>
        <p:txBody>
          <a:bodyPr/>
          <a:lstStyle/>
          <a:p>
            <a:fld id="{90B8BF63-7686-493A-8B6E-EE88A0F21868}" type="slidenum">
              <a:rPr lang="en-GB" smtClean="0"/>
              <a:t>95</a:t>
            </a:fld>
            <a:endParaRPr lang="en-GB"/>
          </a:p>
        </p:txBody>
      </p:sp>
    </p:spTree>
    <p:extLst>
      <p:ext uri="{BB962C8B-B14F-4D97-AF65-F5344CB8AC3E}">
        <p14:creationId xmlns:p14="http://schemas.microsoft.com/office/powerpoint/2010/main" val="105063536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What I include</a:t>
            </a:r>
          </a:p>
        </p:txBody>
      </p:sp>
      <p:sp>
        <p:nvSpPr>
          <p:cNvPr id="4" name="Slide Number Placeholder 3"/>
          <p:cNvSpPr>
            <a:spLocks noGrp="1"/>
          </p:cNvSpPr>
          <p:nvPr>
            <p:ph type="sldNum" sz="quarter" idx="5"/>
          </p:nvPr>
        </p:nvSpPr>
        <p:spPr/>
        <p:txBody>
          <a:bodyPr/>
          <a:lstStyle/>
          <a:p>
            <a:fld id="{90B8BF63-7686-493A-8B6E-EE88A0F21868}" type="slidenum">
              <a:rPr lang="en-GB" smtClean="0"/>
              <a:t>96</a:t>
            </a:fld>
            <a:endParaRPr lang="en-GB"/>
          </a:p>
        </p:txBody>
      </p:sp>
    </p:spTree>
    <p:extLst>
      <p:ext uri="{BB962C8B-B14F-4D97-AF65-F5344CB8AC3E}">
        <p14:creationId xmlns:p14="http://schemas.microsoft.com/office/powerpoint/2010/main" val="37276102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an </a:t>
            </a:r>
          </a:p>
        </p:txBody>
      </p:sp>
      <p:sp>
        <p:nvSpPr>
          <p:cNvPr id="4" name="Slide Number Placeholder 3"/>
          <p:cNvSpPr>
            <a:spLocks noGrp="1"/>
          </p:cNvSpPr>
          <p:nvPr>
            <p:ph type="sldNum" sz="quarter" idx="5"/>
          </p:nvPr>
        </p:nvSpPr>
        <p:spPr/>
        <p:txBody>
          <a:bodyPr/>
          <a:lstStyle/>
          <a:p>
            <a:fld id="{90B8BF63-7686-493A-8B6E-EE88A0F21868}" type="slidenum">
              <a:rPr lang="en-GB" smtClean="0"/>
              <a:t>97</a:t>
            </a:fld>
            <a:endParaRPr lang="en-GB"/>
          </a:p>
        </p:txBody>
      </p:sp>
    </p:spTree>
    <p:extLst>
      <p:ext uri="{BB962C8B-B14F-4D97-AF65-F5344CB8AC3E}">
        <p14:creationId xmlns:p14="http://schemas.microsoft.com/office/powerpoint/2010/main" val="1331957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Tim Gouw</a:t>
            </a:r>
            <a:r>
              <a:rPr lang="en-GB"/>
              <a:t> on </a:t>
            </a:r>
            <a:r>
              <a:rPr lang="en-GB" err="1">
                <a:hlinkClick r:id="rId4"/>
              </a:rPr>
              <a:t>Unsplash</a:t>
            </a:r>
            <a:r>
              <a:rPr lang="en-GB"/>
              <a:t> </a:t>
            </a:r>
          </a:p>
          <a:p>
            <a:endParaRPr lang="en-GB"/>
          </a:p>
          <a:p>
            <a:r>
              <a:rPr lang="en-GB"/>
              <a:t>Was it easy to build the library of facts?</a:t>
            </a:r>
          </a:p>
          <a:p>
            <a:r>
              <a:rPr lang="en-GB"/>
              <a:t>No it was not</a:t>
            </a:r>
          </a:p>
        </p:txBody>
      </p:sp>
      <p:sp>
        <p:nvSpPr>
          <p:cNvPr id="4" name="Slide Number Placeholder 3"/>
          <p:cNvSpPr>
            <a:spLocks noGrp="1"/>
          </p:cNvSpPr>
          <p:nvPr>
            <p:ph type="sldNum" sz="quarter" idx="5"/>
          </p:nvPr>
        </p:nvSpPr>
        <p:spPr/>
        <p:txBody>
          <a:bodyPr/>
          <a:lstStyle/>
          <a:p>
            <a:fld id="{90B8BF63-7686-493A-8B6E-EE88A0F21868}" type="slidenum">
              <a:rPr lang="en-GB" smtClean="0"/>
              <a:t>98</a:t>
            </a:fld>
            <a:endParaRPr lang="en-GB"/>
          </a:p>
        </p:txBody>
      </p:sp>
    </p:spTree>
    <p:extLst>
      <p:ext uri="{BB962C8B-B14F-4D97-AF65-F5344CB8AC3E}">
        <p14:creationId xmlns:p14="http://schemas.microsoft.com/office/powerpoint/2010/main" val="15232047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Jill Wellington: https://www.pexels.com/photo/silhouette-photography-of-jump-shot-of-two-persons-40815/</a:t>
            </a:r>
          </a:p>
          <a:p>
            <a:r>
              <a:rPr lang="en-GB">
                <a:effectLst/>
              </a:rPr>
              <a:t>It was worth the effort</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99</a:t>
            </a:fld>
            <a:endParaRPr lang="en-GB"/>
          </a:p>
        </p:txBody>
      </p:sp>
    </p:spTree>
    <p:extLst>
      <p:ext uri="{BB962C8B-B14F-4D97-AF65-F5344CB8AC3E}">
        <p14:creationId xmlns:p14="http://schemas.microsoft.com/office/powerpoint/2010/main" val="123693562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CHUTTERSNAP</a:t>
            </a:r>
            <a:r>
              <a:rPr lang="en-GB"/>
              <a:t> on </a:t>
            </a:r>
            <a:r>
              <a:rPr lang="en-GB" err="1">
                <a:hlinkClick r:id="rId4"/>
              </a:rPr>
              <a:t>Unsplash</a:t>
            </a:r>
            <a:r>
              <a:rPr lang="en-GB"/>
              <a:t> </a:t>
            </a:r>
          </a:p>
          <a:p>
            <a:r>
              <a:rPr lang="en-GB"/>
              <a:t>T</a:t>
            </a:r>
          </a:p>
        </p:txBody>
      </p:sp>
      <p:sp>
        <p:nvSpPr>
          <p:cNvPr id="4" name="Slide Number Placeholder 3"/>
          <p:cNvSpPr>
            <a:spLocks noGrp="1"/>
          </p:cNvSpPr>
          <p:nvPr>
            <p:ph type="sldNum" sz="quarter" idx="5"/>
          </p:nvPr>
        </p:nvSpPr>
        <p:spPr/>
        <p:txBody>
          <a:bodyPr/>
          <a:lstStyle/>
          <a:p>
            <a:fld id="{90B8BF63-7686-493A-8B6E-EE88A0F21868}" type="slidenum">
              <a:rPr lang="en-GB" smtClean="0"/>
              <a:t>100</a:t>
            </a:fld>
            <a:endParaRPr lang="en-GB"/>
          </a:p>
        </p:txBody>
      </p:sp>
    </p:spTree>
    <p:extLst>
      <p:ext uri="{BB962C8B-B14F-4D97-AF65-F5344CB8AC3E}">
        <p14:creationId xmlns:p14="http://schemas.microsoft.com/office/powerpoint/2010/main" val="10311413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CHUTTERSNAP</a:t>
            </a:r>
            <a:r>
              <a:rPr lang="en-GB"/>
              <a:t> on </a:t>
            </a:r>
            <a:r>
              <a:rPr lang="en-GB">
                <a:hlinkClick r:id="rId4"/>
              </a:rPr>
              <a:t>Unsplash</a:t>
            </a:r>
            <a:r>
              <a:rPr lang="en-GB"/>
              <a:t> </a:t>
            </a:r>
          </a:p>
          <a:p>
            <a:r>
              <a:rPr lang="en-GB">
                <a:ea typeface="Calibri"/>
                <a:cs typeface="Calibri"/>
              </a:rPr>
              <a:t>Dealing with failure has been part of my journey</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101</a:t>
            </a:fld>
            <a:endParaRPr lang="en-GB"/>
          </a:p>
        </p:txBody>
      </p:sp>
    </p:spTree>
    <p:extLst>
      <p:ext uri="{BB962C8B-B14F-4D97-AF65-F5344CB8AC3E}">
        <p14:creationId xmlns:p14="http://schemas.microsoft.com/office/powerpoint/2010/main" val="40586486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a typeface="Calibri"/>
                <a:cs typeface="Calibri"/>
              </a:rPr>
              <a:t>TBH I do not like to fail just ask anyone who works or lives with me</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102</a:t>
            </a:fld>
            <a:endParaRPr lang="en-GB"/>
          </a:p>
        </p:txBody>
      </p:sp>
    </p:spTree>
    <p:extLst>
      <p:ext uri="{BB962C8B-B14F-4D97-AF65-F5344CB8AC3E}">
        <p14:creationId xmlns:p14="http://schemas.microsoft.com/office/powerpoint/2010/main" val="34527790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Andrea Piacquadio: https://www.pexels.com/photo/man-in-pink-dress-shirt-3777568/</a:t>
            </a:r>
          </a:p>
          <a:p>
            <a:endParaRPr lang="en-GB"/>
          </a:p>
          <a:p>
            <a:r>
              <a:rPr lang="en-GB"/>
              <a:t>I get angry when I make a mistake !</a:t>
            </a:r>
            <a:endParaRPr lang="en-US"/>
          </a:p>
        </p:txBody>
      </p:sp>
      <p:sp>
        <p:nvSpPr>
          <p:cNvPr id="4" name="Slide Number Placeholder 3"/>
          <p:cNvSpPr>
            <a:spLocks noGrp="1"/>
          </p:cNvSpPr>
          <p:nvPr>
            <p:ph type="sldNum" sz="quarter" idx="5"/>
          </p:nvPr>
        </p:nvSpPr>
        <p:spPr/>
        <p:txBody>
          <a:bodyPr/>
          <a:lstStyle/>
          <a:p>
            <a:fld id="{90B8BF63-7686-493A-8B6E-EE88A0F21868}" type="slidenum">
              <a:rPr lang="en-GB" smtClean="0"/>
              <a:t>103</a:t>
            </a:fld>
            <a:endParaRPr lang="en-GB"/>
          </a:p>
        </p:txBody>
      </p:sp>
    </p:spTree>
    <p:extLst>
      <p:ext uri="{BB962C8B-B14F-4D97-AF65-F5344CB8AC3E}">
        <p14:creationId xmlns:p14="http://schemas.microsoft.com/office/powerpoint/2010/main" val="372955398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https://www.pexels.com/photo/letter-blocks-247819/</a:t>
            </a:r>
          </a:p>
          <a:p>
            <a:r>
              <a:rPr lang="en-GB">
                <a:effectLst/>
              </a:rPr>
              <a:t>What I have learned</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104</a:t>
            </a:fld>
            <a:endParaRPr lang="en-GB"/>
          </a:p>
        </p:txBody>
      </p:sp>
    </p:spTree>
    <p:extLst>
      <p:ext uri="{BB962C8B-B14F-4D97-AF65-F5344CB8AC3E}">
        <p14:creationId xmlns:p14="http://schemas.microsoft.com/office/powerpoint/2010/main" val="5052518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Max van den Oetelaar</a:t>
            </a:r>
            <a:r>
              <a:rPr lang="en-GB"/>
              <a:t> on </a:t>
            </a:r>
            <a:r>
              <a:rPr lang="en-GB">
                <a:hlinkClick r:id="rId4"/>
              </a:rPr>
              <a:t>Unsplash</a:t>
            </a:r>
            <a:r>
              <a:rPr lang="en-GB"/>
              <a:t> </a:t>
            </a:r>
          </a:p>
          <a:p>
            <a:r>
              <a:rPr lang="en-GB">
                <a:ea typeface="Calibri"/>
                <a:cs typeface="Calibri"/>
              </a:rPr>
              <a:t>I'm learning to breath....</a:t>
            </a:r>
          </a:p>
        </p:txBody>
      </p:sp>
      <p:sp>
        <p:nvSpPr>
          <p:cNvPr id="4" name="Slide Number Placeholder 3"/>
          <p:cNvSpPr>
            <a:spLocks noGrp="1"/>
          </p:cNvSpPr>
          <p:nvPr>
            <p:ph type="sldNum" sz="quarter" idx="5"/>
          </p:nvPr>
        </p:nvSpPr>
        <p:spPr/>
        <p:txBody>
          <a:bodyPr/>
          <a:lstStyle/>
          <a:p>
            <a:fld id="{90B8BF63-7686-493A-8B6E-EE88A0F21868}" type="slidenum">
              <a:rPr lang="en-GB" smtClean="0"/>
              <a:t>105</a:t>
            </a:fld>
            <a:endParaRPr lang="en-GB"/>
          </a:p>
        </p:txBody>
      </p:sp>
    </p:spTree>
    <p:extLst>
      <p:ext uri="{BB962C8B-B14F-4D97-AF65-F5344CB8AC3E}">
        <p14:creationId xmlns:p14="http://schemas.microsoft.com/office/powerpoint/2010/main" val="198863483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Anastasiia Krutota</a:t>
            </a:r>
            <a:r>
              <a:rPr lang="en-GB"/>
              <a:t> on </a:t>
            </a:r>
            <a:r>
              <a:rPr lang="en-GB">
                <a:hlinkClick r:id="rId4"/>
              </a:rPr>
              <a:t>Unsplash</a:t>
            </a:r>
            <a:r>
              <a:rPr lang="en-GB"/>
              <a:t> </a:t>
            </a:r>
          </a:p>
          <a:p>
            <a:r>
              <a:rPr lang="en-GB">
                <a:ea typeface="Calibri"/>
                <a:cs typeface="Calibri"/>
              </a:rPr>
              <a:t>First thing is to be kind to myself, thing can and do fail</a:t>
            </a:r>
          </a:p>
        </p:txBody>
      </p:sp>
      <p:sp>
        <p:nvSpPr>
          <p:cNvPr id="4" name="Slide Number Placeholder 3"/>
          <p:cNvSpPr>
            <a:spLocks noGrp="1"/>
          </p:cNvSpPr>
          <p:nvPr>
            <p:ph type="sldNum" sz="quarter" idx="5"/>
          </p:nvPr>
        </p:nvSpPr>
        <p:spPr/>
        <p:txBody>
          <a:bodyPr/>
          <a:lstStyle/>
          <a:p>
            <a:fld id="{90B8BF63-7686-493A-8B6E-EE88A0F21868}" type="slidenum">
              <a:rPr lang="en-GB" smtClean="0"/>
              <a:t>106</a:t>
            </a:fld>
            <a:endParaRPr lang="en-GB"/>
          </a:p>
        </p:txBody>
      </p:sp>
    </p:spTree>
    <p:extLst>
      <p:ext uri="{BB962C8B-B14F-4D97-AF65-F5344CB8AC3E}">
        <p14:creationId xmlns:p14="http://schemas.microsoft.com/office/powerpoint/2010/main" val="380253074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Tim Mossholder</a:t>
            </a:r>
            <a:r>
              <a:rPr lang="en-GB"/>
              <a:t> on </a:t>
            </a:r>
            <a:r>
              <a:rPr lang="en-GB">
                <a:hlinkClick r:id="rId4"/>
              </a:rPr>
              <a:t>Unsplash</a:t>
            </a:r>
            <a:r>
              <a:rPr lang="en-GB"/>
              <a:t> </a:t>
            </a:r>
            <a:endParaRPr lang="en-US">
              <a:ea typeface="Calibri" panose="020F0502020204030204"/>
              <a:cs typeface="Calibri" panose="020F0502020204030204"/>
            </a:endParaRPr>
          </a:p>
          <a:p>
            <a:r>
              <a:rPr lang="en-GB">
                <a:ea typeface="Calibri"/>
                <a:cs typeface="Calibri"/>
              </a:rPr>
              <a:t>Learn from the situation – what can I learn?</a:t>
            </a:r>
          </a:p>
        </p:txBody>
      </p:sp>
      <p:sp>
        <p:nvSpPr>
          <p:cNvPr id="4" name="Slide Number Placeholder 3"/>
          <p:cNvSpPr>
            <a:spLocks noGrp="1"/>
          </p:cNvSpPr>
          <p:nvPr>
            <p:ph type="sldNum" sz="quarter" idx="5"/>
          </p:nvPr>
        </p:nvSpPr>
        <p:spPr/>
        <p:txBody>
          <a:bodyPr/>
          <a:lstStyle/>
          <a:p>
            <a:fld id="{90B8BF63-7686-493A-8B6E-EE88A0F21868}" type="slidenum">
              <a:rPr lang="en-GB" smtClean="0"/>
              <a:t>107</a:t>
            </a:fld>
            <a:endParaRPr lang="en-GB"/>
          </a:p>
        </p:txBody>
      </p:sp>
    </p:spTree>
    <p:extLst>
      <p:ext uri="{BB962C8B-B14F-4D97-AF65-F5344CB8AC3E}">
        <p14:creationId xmlns:p14="http://schemas.microsoft.com/office/powerpoint/2010/main" val="329650760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Mark Wilkinson Hughes</a:t>
            </a:r>
            <a:r>
              <a:rPr lang="en-GB"/>
              <a:t> on </a:t>
            </a:r>
            <a:r>
              <a:rPr lang="en-GB" err="1">
                <a:hlinkClick r:id="rId4"/>
              </a:rPr>
              <a:t>Unsplash</a:t>
            </a:r>
            <a:r>
              <a:rPr lang="en-GB"/>
              <a:t> </a:t>
            </a:r>
          </a:p>
          <a:p>
            <a:r>
              <a:rPr lang="en-GB"/>
              <a:t>I’m not measured or judged by my mistakes</a:t>
            </a:r>
          </a:p>
        </p:txBody>
      </p:sp>
      <p:sp>
        <p:nvSpPr>
          <p:cNvPr id="4" name="Slide Number Placeholder 3"/>
          <p:cNvSpPr>
            <a:spLocks noGrp="1"/>
          </p:cNvSpPr>
          <p:nvPr>
            <p:ph type="sldNum" sz="quarter" idx="5"/>
          </p:nvPr>
        </p:nvSpPr>
        <p:spPr/>
        <p:txBody>
          <a:bodyPr/>
          <a:lstStyle/>
          <a:p>
            <a:fld id="{90B8BF63-7686-493A-8B6E-EE88A0F21868}" type="slidenum">
              <a:rPr lang="en-GB" smtClean="0"/>
              <a:t>108</a:t>
            </a:fld>
            <a:endParaRPr lang="en-GB"/>
          </a:p>
        </p:txBody>
      </p:sp>
    </p:spTree>
    <p:extLst>
      <p:ext uri="{BB962C8B-B14F-4D97-AF65-F5344CB8AC3E}">
        <p14:creationId xmlns:p14="http://schemas.microsoft.com/office/powerpoint/2010/main" val="78199414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Wade Austin Ellis</a:t>
            </a:r>
            <a:r>
              <a:rPr lang="en-GB"/>
              <a:t> on </a:t>
            </a:r>
            <a:r>
              <a:rPr lang="en-GB" err="1">
                <a:hlinkClick r:id="rId4"/>
              </a:rPr>
              <a:t>Unsplash</a:t>
            </a:r>
            <a:r>
              <a:rPr lang="en-GB"/>
              <a:t> </a:t>
            </a:r>
          </a:p>
          <a:p>
            <a:r>
              <a:rPr lang="en-GB"/>
              <a:t>What would you best friend say to you if you made a mistake?</a:t>
            </a:r>
          </a:p>
          <a:p>
            <a:r>
              <a:rPr lang="en-GB"/>
              <a:t>Say that then repeat </a:t>
            </a:r>
          </a:p>
        </p:txBody>
      </p:sp>
      <p:sp>
        <p:nvSpPr>
          <p:cNvPr id="4" name="Slide Number Placeholder 3"/>
          <p:cNvSpPr>
            <a:spLocks noGrp="1"/>
          </p:cNvSpPr>
          <p:nvPr>
            <p:ph type="sldNum" sz="quarter" idx="5"/>
          </p:nvPr>
        </p:nvSpPr>
        <p:spPr/>
        <p:txBody>
          <a:bodyPr/>
          <a:lstStyle/>
          <a:p>
            <a:fld id="{90B8BF63-7686-493A-8B6E-EE88A0F21868}" type="slidenum">
              <a:rPr lang="en-GB" smtClean="0"/>
              <a:t>110</a:t>
            </a:fld>
            <a:endParaRPr lang="en-GB"/>
          </a:p>
        </p:txBody>
      </p:sp>
    </p:spTree>
    <p:extLst>
      <p:ext uri="{BB962C8B-B14F-4D97-AF65-F5344CB8AC3E}">
        <p14:creationId xmlns:p14="http://schemas.microsoft.com/office/powerpoint/2010/main" val="331220908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111</a:t>
            </a:fld>
            <a:endParaRPr lang="en-GB"/>
          </a:p>
        </p:txBody>
      </p:sp>
    </p:spTree>
    <p:extLst>
      <p:ext uri="{BB962C8B-B14F-4D97-AF65-F5344CB8AC3E}">
        <p14:creationId xmlns:p14="http://schemas.microsoft.com/office/powerpoint/2010/main" val="230455123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Lets start off defining it</a:t>
            </a:r>
          </a:p>
          <a:p>
            <a:r>
              <a:rPr lang="en-GB"/>
              <a:t>We all know when we hear one, or even better when we get one</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112</a:t>
            </a:fld>
            <a:endParaRPr lang="en-GB"/>
          </a:p>
        </p:txBody>
      </p:sp>
    </p:spTree>
    <p:extLst>
      <p:ext uri="{BB962C8B-B14F-4D97-AF65-F5344CB8AC3E}">
        <p14:creationId xmlns:p14="http://schemas.microsoft.com/office/powerpoint/2010/main" val="51450553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a very fair question</a:t>
            </a:r>
          </a:p>
          <a:p>
            <a:r>
              <a:rPr lang="en-GB"/>
              <a:t>There is no reason why we should do something unless we know what getting out it</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113</a:t>
            </a:fld>
            <a:endParaRPr lang="en-GB"/>
          </a:p>
        </p:txBody>
      </p:sp>
    </p:spTree>
    <p:extLst>
      <p:ext uri="{BB962C8B-B14F-4D97-AF65-F5344CB8AC3E}">
        <p14:creationId xmlns:p14="http://schemas.microsoft.com/office/powerpoint/2010/main" val="388889696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Compliments can boost peoples self </a:t>
            </a:r>
            <a:r>
              <a:rPr lang="en-GB" err="1"/>
              <a:t>confidience</a:t>
            </a:r>
            <a:r>
              <a:rPr lang="en-GB"/>
              <a:t> </a:t>
            </a:r>
          </a:p>
        </p:txBody>
      </p:sp>
      <p:sp>
        <p:nvSpPr>
          <p:cNvPr id="4" name="Slide Number Placeholder 3"/>
          <p:cNvSpPr>
            <a:spLocks noGrp="1"/>
          </p:cNvSpPr>
          <p:nvPr>
            <p:ph type="sldNum" sz="quarter" idx="10"/>
          </p:nvPr>
        </p:nvSpPr>
        <p:spPr/>
        <p:txBody>
          <a:bodyPr/>
          <a:lstStyle/>
          <a:p>
            <a:fld id="{64ED7AFC-7C73-4DC9-BDE1-39855FF142F6}" type="slidenum">
              <a:rPr lang="en-GB" smtClean="0"/>
              <a:t>115</a:t>
            </a:fld>
            <a:endParaRPr lang="en-GB"/>
          </a:p>
        </p:txBody>
      </p:sp>
    </p:spTree>
    <p:extLst>
      <p:ext uri="{BB962C8B-B14F-4D97-AF65-F5344CB8AC3E}">
        <p14:creationId xmlns:p14="http://schemas.microsoft.com/office/powerpoint/2010/main" val="357272607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Maybe some people do not believe me yet?</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116</a:t>
            </a:fld>
            <a:endParaRPr lang="en-GB"/>
          </a:p>
        </p:txBody>
      </p:sp>
    </p:spTree>
    <p:extLst>
      <p:ext uri="{BB962C8B-B14F-4D97-AF65-F5344CB8AC3E}">
        <p14:creationId xmlns:p14="http://schemas.microsoft.com/office/powerpoint/2010/main" val="12647394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Think about a compliment you received</a:t>
            </a:r>
          </a:p>
          <a:p>
            <a:r>
              <a:rPr lang="en-GB"/>
              <a:t>How did it make you feel?</a:t>
            </a:r>
          </a:p>
          <a:p>
            <a:r>
              <a:rPr lang="en-GB"/>
              <a:t>How did feel for the next couple of minutes / hour/ day</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117</a:t>
            </a:fld>
            <a:endParaRPr lang="en-GB"/>
          </a:p>
        </p:txBody>
      </p:sp>
    </p:spTree>
    <p:extLst>
      <p:ext uri="{BB962C8B-B14F-4D97-AF65-F5344CB8AC3E}">
        <p14:creationId xmlns:p14="http://schemas.microsoft.com/office/powerpoint/2010/main" val="22045772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It does and can make a difference to how you feel</a:t>
            </a:r>
          </a:p>
          <a:p>
            <a:endParaRPr lang="en-GB"/>
          </a:p>
          <a:p>
            <a:r>
              <a:rPr lang="en-GB">
                <a:hlinkClick r:id="rId3"/>
              </a:rPr>
              <a:t>https://www.flickr.com/photos/pantera-rosa/5926389312/in/photolist-a2Gi55-pMv2Z9-g3Dqwo-bttZkC-fWXbQC-KmCgh-5nMg9D-9q45GN-ak3yBH-nG8SYw-e4X2Qa-CiRb5o-shFvPt-qKtuyS-Tq3cNZ-nfUXYP-8WPEu6-78tWEj-efzET5-5jwS9n-mXzE56-csneAy-b75XAz-di5Aaz-waYVoR-eMFe1K-Lx45v-72BDhm-rYwSLx-8gQKrf-28TNDf-6huoZU-ZkPyQA-7q9CSD-WB4LAY-6nuioZ-dPPjW8-26Q4Mev-ng1t1C-9YxS1D-6AwU3o-dkEymU-7Hynhx-dc9EWW-jMwwSa-ourUSe-JwGZNs-ovdRWj-71igLv-6Ct16X</a:t>
            </a:r>
            <a:endParaRPr lang="en-GB"/>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118</a:t>
            </a:fld>
            <a:endParaRPr lang="en-GB"/>
          </a:p>
        </p:txBody>
      </p:sp>
    </p:spTree>
    <p:extLst>
      <p:ext uri="{BB962C8B-B14F-4D97-AF65-F5344CB8AC3E}">
        <p14:creationId xmlns:p14="http://schemas.microsoft.com/office/powerpoint/2010/main" val="364187669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Now I’ve told you why you should do it</a:t>
            </a:r>
          </a:p>
          <a:p>
            <a:r>
              <a:rPr lang="en-GB"/>
              <a:t>Let me talk about some of things I do</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119</a:t>
            </a:fld>
            <a:endParaRPr lang="en-GB"/>
          </a:p>
        </p:txBody>
      </p:sp>
    </p:spTree>
    <p:extLst>
      <p:ext uri="{BB962C8B-B14F-4D97-AF65-F5344CB8AC3E}">
        <p14:creationId xmlns:p14="http://schemas.microsoft.com/office/powerpoint/2010/main" val="144850313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When appropriate I will make eye contact and smile at someone when I give a compliment</a:t>
            </a:r>
          </a:p>
          <a:p>
            <a:pPr marL="228600" indent="-228600">
              <a:buAutoNum type="arabicParenR"/>
            </a:pPr>
            <a:r>
              <a:rPr lang="en-GB"/>
              <a:t>They know its directed a them</a:t>
            </a:r>
          </a:p>
          <a:p>
            <a:pPr marL="0" indent="0">
              <a:buNone/>
            </a:pPr>
            <a:r>
              <a:rPr lang="en-GB"/>
              <a:t>2) My focus is on them</a:t>
            </a:r>
          </a:p>
        </p:txBody>
      </p:sp>
      <p:sp>
        <p:nvSpPr>
          <p:cNvPr id="4" name="Slide Number Placeholder 3"/>
          <p:cNvSpPr>
            <a:spLocks noGrp="1"/>
          </p:cNvSpPr>
          <p:nvPr>
            <p:ph type="sldNum" sz="quarter" idx="10"/>
          </p:nvPr>
        </p:nvSpPr>
        <p:spPr/>
        <p:txBody>
          <a:bodyPr/>
          <a:lstStyle/>
          <a:p>
            <a:fld id="{64ED7AFC-7C73-4DC9-BDE1-39855FF142F6}" type="slidenum">
              <a:rPr lang="en-GB" smtClean="0"/>
              <a:t>120</a:t>
            </a:fld>
            <a:endParaRPr lang="en-GB"/>
          </a:p>
        </p:txBody>
      </p:sp>
    </p:spTree>
    <p:extLst>
      <p:ext uri="{BB962C8B-B14F-4D97-AF65-F5344CB8AC3E}">
        <p14:creationId xmlns:p14="http://schemas.microsoft.com/office/powerpoint/2010/main" val="167650463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 specific with the compliment not general</a:t>
            </a:r>
          </a:p>
          <a:p>
            <a:r>
              <a:rPr lang="en-GB"/>
              <a:t>Not “you look nice” </a:t>
            </a:r>
          </a:p>
          <a:p>
            <a:r>
              <a:rPr lang="en-GB"/>
              <a:t>Compliment something they have rather than physical appearance unless you other half which is very different</a:t>
            </a:r>
          </a:p>
          <a:p>
            <a:r>
              <a:rPr lang="en-GB"/>
              <a:t>Did they complete a physical task ?</a:t>
            </a:r>
          </a:p>
          <a:p>
            <a:r>
              <a:rPr lang="en-GB"/>
              <a:t>Did they do something well </a:t>
            </a:r>
            <a:r>
              <a:rPr lang="en-GB" err="1"/>
              <a:t>eg</a:t>
            </a:r>
            <a:r>
              <a:rPr lang="en-GB"/>
              <a:t> tackling a difficult technical </a:t>
            </a:r>
            <a:r>
              <a:rPr lang="en-GB" err="1"/>
              <a:t>challaning</a:t>
            </a:r>
            <a:r>
              <a:rPr lang="en-GB"/>
              <a:t> </a:t>
            </a:r>
          </a:p>
        </p:txBody>
      </p:sp>
      <p:sp>
        <p:nvSpPr>
          <p:cNvPr id="4" name="Slide Number Placeholder 3"/>
          <p:cNvSpPr>
            <a:spLocks noGrp="1"/>
          </p:cNvSpPr>
          <p:nvPr>
            <p:ph type="sldNum" sz="quarter" idx="10"/>
          </p:nvPr>
        </p:nvSpPr>
        <p:spPr/>
        <p:txBody>
          <a:bodyPr/>
          <a:lstStyle/>
          <a:p>
            <a:fld id="{64ED7AFC-7C73-4DC9-BDE1-39855FF142F6}" type="slidenum">
              <a:rPr lang="en-GB" smtClean="0"/>
              <a:t>121</a:t>
            </a:fld>
            <a:endParaRPr lang="en-GB"/>
          </a:p>
        </p:txBody>
      </p:sp>
    </p:spTree>
    <p:extLst>
      <p:ext uri="{BB962C8B-B14F-4D97-AF65-F5344CB8AC3E}">
        <p14:creationId xmlns:p14="http://schemas.microsoft.com/office/powerpoint/2010/main" val="28133468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If you see something that you feel should be complemented </a:t>
            </a:r>
          </a:p>
          <a:p>
            <a:r>
              <a:rPr lang="en-GB"/>
              <a:t>Do not wait make the complement</a:t>
            </a:r>
          </a:p>
        </p:txBody>
      </p:sp>
      <p:sp>
        <p:nvSpPr>
          <p:cNvPr id="4" name="Slide Number Placeholder 3"/>
          <p:cNvSpPr>
            <a:spLocks noGrp="1"/>
          </p:cNvSpPr>
          <p:nvPr>
            <p:ph type="sldNum" sz="quarter" idx="10"/>
          </p:nvPr>
        </p:nvSpPr>
        <p:spPr/>
        <p:txBody>
          <a:bodyPr/>
          <a:lstStyle/>
          <a:p>
            <a:fld id="{64ED7AFC-7C73-4DC9-BDE1-39855FF142F6}" type="slidenum">
              <a:rPr lang="en-GB" smtClean="0"/>
              <a:t>122</a:t>
            </a:fld>
            <a:endParaRPr lang="en-GB"/>
          </a:p>
        </p:txBody>
      </p:sp>
    </p:spTree>
    <p:extLst>
      <p:ext uri="{BB962C8B-B14F-4D97-AF65-F5344CB8AC3E}">
        <p14:creationId xmlns:p14="http://schemas.microsoft.com/office/powerpoint/2010/main" val="148616919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Use peoples name, especially if you do not know them</a:t>
            </a:r>
          </a:p>
          <a:p>
            <a:r>
              <a:rPr lang="en-GB"/>
              <a:t>Peoples names are very powerful your compliment is directed at THEM</a:t>
            </a:r>
          </a:p>
        </p:txBody>
      </p:sp>
      <p:sp>
        <p:nvSpPr>
          <p:cNvPr id="4" name="Slide Number Placeholder 3"/>
          <p:cNvSpPr>
            <a:spLocks noGrp="1"/>
          </p:cNvSpPr>
          <p:nvPr>
            <p:ph type="sldNum" sz="quarter" idx="10"/>
          </p:nvPr>
        </p:nvSpPr>
        <p:spPr/>
        <p:txBody>
          <a:bodyPr/>
          <a:lstStyle/>
          <a:p>
            <a:fld id="{64ED7AFC-7C73-4DC9-BDE1-39855FF142F6}" type="slidenum">
              <a:rPr lang="en-GB" smtClean="0"/>
              <a:t>123</a:t>
            </a:fld>
            <a:endParaRPr lang="en-GB"/>
          </a:p>
        </p:txBody>
      </p:sp>
    </p:spTree>
    <p:extLst>
      <p:ext uri="{BB962C8B-B14F-4D97-AF65-F5344CB8AC3E}">
        <p14:creationId xmlns:p14="http://schemas.microsoft.com/office/powerpoint/2010/main" val="117026943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124</a:t>
            </a:fld>
            <a:endParaRPr lang="en-GB"/>
          </a:p>
        </p:txBody>
      </p:sp>
    </p:spTree>
    <p:extLst>
      <p:ext uri="{BB962C8B-B14F-4D97-AF65-F5344CB8AC3E}">
        <p14:creationId xmlns:p14="http://schemas.microsoft.com/office/powerpoint/2010/main" val="5602064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 on the look out for things to compliment </a:t>
            </a:r>
          </a:p>
          <a:p>
            <a:r>
              <a:rPr lang="en-GB"/>
              <a:t>The more you look for them the easier it is to find them</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125</a:t>
            </a:fld>
            <a:endParaRPr lang="en-GB"/>
          </a:p>
        </p:txBody>
      </p:sp>
    </p:spTree>
    <p:extLst>
      <p:ext uri="{BB962C8B-B14F-4D97-AF65-F5344CB8AC3E}">
        <p14:creationId xmlns:p14="http://schemas.microsoft.com/office/powerpoint/2010/main" val="49034679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If you heard a compliment 2</a:t>
            </a:r>
            <a:r>
              <a:rPr lang="en-GB" baseline="30000"/>
              <a:t>nd</a:t>
            </a:r>
            <a:r>
              <a:rPr lang="en-GB"/>
              <a:t> hand </a:t>
            </a:r>
          </a:p>
          <a:p>
            <a:r>
              <a:rPr lang="en-GB"/>
              <a:t>PASS IT ON, you get the credit and the recipient feels good</a:t>
            </a:r>
          </a:p>
          <a:p>
            <a:r>
              <a:rPr lang="en-GB"/>
              <a:t>Win – Win situation</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126</a:t>
            </a:fld>
            <a:endParaRPr lang="en-GB"/>
          </a:p>
        </p:txBody>
      </p:sp>
    </p:spTree>
    <p:extLst>
      <p:ext uri="{BB962C8B-B14F-4D97-AF65-F5344CB8AC3E}">
        <p14:creationId xmlns:p14="http://schemas.microsoft.com/office/powerpoint/2010/main" val="11139859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How not to give </a:t>
            </a:r>
            <a:r>
              <a:rPr lang="en-GB" err="1"/>
              <a:t>compliements</a:t>
            </a:r>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129</a:t>
            </a:fld>
            <a:endParaRPr lang="en-GB"/>
          </a:p>
        </p:txBody>
      </p:sp>
    </p:spTree>
    <p:extLst>
      <p:ext uri="{BB962C8B-B14F-4D97-AF65-F5344CB8AC3E}">
        <p14:creationId xmlns:p14="http://schemas.microsoft.com/office/powerpoint/2010/main" val="132320399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If you comment does not make the other person feel better do not say it</a:t>
            </a:r>
          </a:p>
          <a:p>
            <a:endParaRPr lang="en-GB"/>
          </a:p>
        </p:txBody>
      </p:sp>
      <p:sp>
        <p:nvSpPr>
          <p:cNvPr id="4" name="Slide Number Placeholder 3"/>
          <p:cNvSpPr>
            <a:spLocks noGrp="1"/>
          </p:cNvSpPr>
          <p:nvPr>
            <p:ph type="sldNum" sz="quarter" idx="10"/>
          </p:nvPr>
        </p:nvSpPr>
        <p:spPr/>
        <p:txBody>
          <a:bodyPr/>
          <a:lstStyle/>
          <a:p>
            <a:fld id="{64ED7AFC-7C73-4DC9-BDE1-39855FF142F6}" type="slidenum">
              <a:rPr lang="en-GB" smtClean="0"/>
              <a:t>132</a:t>
            </a:fld>
            <a:endParaRPr lang="en-GB"/>
          </a:p>
        </p:txBody>
      </p:sp>
    </p:spTree>
    <p:extLst>
      <p:ext uri="{BB962C8B-B14F-4D97-AF65-F5344CB8AC3E}">
        <p14:creationId xmlns:p14="http://schemas.microsoft.com/office/powerpoint/2010/main" val="335338595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Andrea </a:t>
            </a:r>
            <a:r>
              <a:rPr lang="en-GB" err="1">
                <a:effectLst/>
              </a:rPr>
              <a:t>Piacquadio</a:t>
            </a:r>
            <a:r>
              <a:rPr lang="en-GB">
                <a:effectLst/>
              </a:rPr>
              <a:t>: https://www.pexels.com/photo/desperate-evicted-male-entrepreneur-standing-near-window-3771129/</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133</a:t>
            </a:fld>
            <a:endParaRPr lang="en-GB"/>
          </a:p>
        </p:txBody>
      </p:sp>
    </p:spTree>
    <p:extLst>
      <p:ext uri="{BB962C8B-B14F-4D97-AF65-F5344CB8AC3E}">
        <p14:creationId xmlns:p14="http://schemas.microsoft.com/office/powerpoint/2010/main" val="109936692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Jut like Columbo with the famous catch phrase “just one more thing”</a:t>
            </a:r>
          </a:p>
        </p:txBody>
      </p:sp>
      <p:sp>
        <p:nvSpPr>
          <p:cNvPr id="4" name="Slide Number Placeholder 3"/>
          <p:cNvSpPr>
            <a:spLocks noGrp="1"/>
          </p:cNvSpPr>
          <p:nvPr>
            <p:ph type="sldNum" sz="quarter" idx="5"/>
          </p:nvPr>
        </p:nvSpPr>
        <p:spPr/>
        <p:txBody>
          <a:bodyPr/>
          <a:lstStyle/>
          <a:p>
            <a:fld id="{90B8BF63-7686-493A-8B6E-EE88A0F21868}" type="slidenum">
              <a:rPr lang="en-GB" smtClean="0"/>
              <a:t>134</a:t>
            </a:fld>
            <a:endParaRPr lang="en-GB"/>
          </a:p>
        </p:txBody>
      </p:sp>
    </p:spTree>
    <p:extLst>
      <p:ext uri="{BB962C8B-B14F-4D97-AF65-F5344CB8AC3E}">
        <p14:creationId xmlns:p14="http://schemas.microsoft.com/office/powerpoint/2010/main" val="77350985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Kat von Wood</a:t>
            </a:r>
            <a:r>
              <a:rPr lang="en-GB"/>
              <a:t> on </a:t>
            </a:r>
            <a:r>
              <a:rPr lang="en-GB" err="1">
                <a:hlinkClick r:id="rId4"/>
              </a:rPr>
              <a:t>Unsplash</a:t>
            </a:r>
            <a:endParaRPr lang="en-GB"/>
          </a:p>
          <a:p>
            <a:r>
              <a:rPr lang="en-GB"/>
              <a:t>At the end of a previous session someone said</a:t>
            </a:r>
          </a:p>
        </p:txBody>
      </p:sp>
      <p:sp>
        <p:nvSpPr>
          <p:cNvPr id="4" name="Slide Number Placeholder 3"/>
          <p:cNvSpPr>
            <a:spLocks noGrp="1"/>
          </p:cNvSpPr>
          <p:nvPr>
            <p:ph type="sldNum" sz="quarter" idx="5"/>
          </p:nvPr>
        </p:nvSpPr>
        <p:spPr/>
        <p:txBody>
          <a:bodyPr/>
          <a:lstStyle/>
          <a:p>
            <a:fld id="{90B8BF63-7686-493A-8B6E-EE88A0F21868}" type="slidenum">
              <a:rPr lang="en-GB" smtClean="0"/>
              <a:t>135</a:t>
            </a:fld>
            <a:endParaRPr lang="en-GB"/>
          </a:p>
        </p:txBody>
      </p:sp>
    </p:spTree>
    <p:extLst>
      <p:ext uri="{BB962C8B-B14F-4D97-AF65-F5344CB8AC3E}">
        <p14:creationId xmlns:p14="http://schemas.microsoft.com/office/powerpoint/2010/main" val="98935271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45F4-7485-B9D7-EDD7-5F714BD43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84908-CA43-3960-91D7-7E874FCA0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5C5B4-D640-24A4-FF4C-CA5AE0FB78C7}"/>
              </a:ext>
            </a:extLst>
          </p:cNvPr>
          <p:cNvSpPr>
            <a:spLocks noGrp="1"/>
          </p:cNvSpPr>
          <p:nvPr>
            <p:ph type="body" idx="1"/>
          </p:nvPr>
        </p:nvSpPr>
        <p:spPr/>
        <p:txBody>
          <a:bodyPr/>
          <a:lstStyle/>
          <a:p>
            <a:r>
              <a:rPr lang="en-GB"/>
              <a:t>This is what people said to me, then they read the article I was not alone in feeling that way.</a:t>
            </a:r>
          </a:p>
        </p:txBody>
      </p:sp>
      <p:sp>
        <p:nvSpPr>
          <p:cNvPr id="4" name="Slide Number Placeholder 3">
            <a:extLst>
              <a:ext uri="{FF2B5EF4-FFF2-40B4-BE49-F238E27FC236}">
                <a16:creationId xmlns:a16="http://schemas.microsoft.com/office/drawing/2014/main" id="{1AA7B0E7-AE2B-8466-5CB5-5F6B05BA8E25}"/>
              </a:ext>
            </a:extLst>
          </p:cNvPr>
          <p:cNvSpPr>
            <a:spLocks noGrp="1"/>
          </p:cNvSpPr>
          <p:nvPr>
            <p:ph type="sldNum" sz="quarter" idx="5"/>
          </p:nvPr>
        </p:nvSpPr>
        <p:spPr/>
        <p:txBody>
          <a:bodyPr/>
          <a:lstStyle/>
          <a:p>
            <a:fld id="{90B8BF63-7686-493A-8B6E-EE88A0F21868}" type="slidenum">
              <a:rPr lang="en-GB" smtClean="0"/>
              <a:t>136</a:t>
            </a:fld>
            <a:endParaRPr lang="en-GB"/>
          </a:p>
        </p:txBody>
      </p:sp>
    </p:spTree>
    <p:extLst>
      <p:ext uri="{BB962C8B-B14F-4D97-AF65-F5344CB8AC3E}">
        <p14:creationId xmlns:p14="http://schemas.microsoft.com/office/powerpoint/2010/main" val="113978254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137</a:t>
            </a:fld>
            <a:endParaRPr lang="en-GB"/>
          </a:p>
        </p:txBody>
      </p:sp>
    </p:spTree>
    <p:extLst>
      <p:ext uri="{BB962C8B-B14F-4D97-AF65-F5344CB8AC3E}">
        <p14:creationId xmlns:p14="http://schemas.microsoft.com/office/powerpoint/2010/main" val="176191107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2549-5DC4-E5FF-F0CC-6BD537743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46D9D-99CB-33B4-9E3F-940221C61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CABA8-0352-5F2B-96A6-B892E0A493E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C8DE1F2-6B10-9B18-7A37-7A627723F5CB}"/>
              </a:ext>
            </a:extLst>
          </p:cNvPr>
          <p:cNvSpPr>
            <a:spLocks noGrp="1"/>
          </p:cNvSpPr>
          <p:nvPr>
            <p:ph type="sldNum" sz="quarter" idx="5"/>
          </p:nvPr>
        </p:nvSpPr>
        <p:spPr/>
        <p:txBody>
          <a:bodyPr/>
          <a:lstStyle/>
          <a:p>
            <a:fld id="{90B8BF63-7686-493A-8B6E-EE88A0F21868}" type="slidenum">
              <a:rPr lang="en-GB" smtClean="0"/>
              <a:t>138</a:t>
            </a:fld>
            <a:endParaRPr lang="en-GB"/>
          </a:p>
        </p:txBody>
      </p:sp>
    </p:spTree>
    <p:extLst>
      <p:ext uri="{BB962C8B-B14F-4D97-AF65-F5344CB8AC3E}">
        <p14:creationId xmlns:p14="http://schemas.microsoft.com/office/powerpoint/2010/main" val="203586521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Naeem Ad</a:t>
            </a:r>
            <a:r>
              <a:rPr lang="en-GB" dirty="0"/>
              <a:t> on </a:t>
            </a:r>
            <a:r>
              <a:rPr lang="en-GB" dirty="0" err="1">
                <a:hlinkClick r:id="rId4"/>
              </a:rPr>
              <a:t>Unsplash</a:t>
            </a:r>
            <a:endParaRPr lang="en-GB" dirty="0"/>
          </a:p>
          <a:p>
            <a:r>
              <a:rPr lang="en-GB" dirty="0"/>
              <a:t>You might have come across people like this before? They talk like they know everything, have all the buzzwords. Yet when ask them detailed questions you realise they do not know was much as they thing.</a:t>
            </a:r>
          </a:p>
        </p:txBody>
      </p:sp>
      <p:sp>
        <p:nvSpPr>
          <p:cNvPr id="4" name="Slide Number Placeholder 3"/>
          <p:cNvSpPr>
            <a:spLocks noGrp="1"/>
          </p:cNvSpPr>
          <p:nvPr>
            <p:ph type="sldNum" sz="quarter" idx="5"/>
          </p:nvPr>
        </p:nvSpPr>
        <p:spPr/>
        <p:txBody>
          <a:bodyPr/>
          <a:lstStyle/>
          <a:p>
            <a:fld id="{90B8BF63-7686-493A-8B6E-EE88A0F21868}" type="slidenum">
              <a:rPr lang="en-GB" smtClean="0"/>
              <a:t>139</a:t>
            </a:fld>
            <a:endParaRPr lang="en-GB"/>
          </a:p>
        </p:txBody>
      </p:sp>
    </p:spTree>
    <p:extLst>
      <p:ext uri="{BB962C8B-B14F-4D97-AF65-F5344CB8AC3E}">
        <p14:creationId xmlns:p14="http://schemas.microsoft.com/office/powerpoint/2010/main" val="398232254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Vitaly </a:t>
            </a:r>
            <a:r>
              <a:rPr lang="en-GB" dirty="0" err="1">
                <a:hlinkClick r:id="rId3"/>
              </a:rPr>
              <a:t>Gariev</a:t>
            </a:r>
            <a:r>
              <a:rPr lang="en-GB" dirty="0"/>
              <a:t> on </a:t>
            </a:r>
            <a:r>
              <a:rPr lang="en-GB" dirty="0" err="1">
                <a:hlinkClick r:id="rId4"/>
              </a:rPr>
              <a:t>Unsplash</a:t>
            </a:r>
            <a:endParaRPr lang="en-GB" dirty="0"/>
          </a:p>
          <a:p>
            <a:r>
              <a:rPr lang="en-GB" dirty="0"/>
              <a:t>Where as those people with imposter syndrome will seem less confident but provide a detailed </a:t>
            </a:r>
            <a:r>
              <a:rPr lang="en-GB" dirty="0" err="1"/>
              <a:t>comphensive</a:t>
            </a:r>
            <a:r>
              <a:rPr lang="en-GB" dirty="0"/>
              <a:t> answer when pushed</a:t>
            </a:r>
          </a:p>
        </p:txBody>
      </p:sp>
      <p:sp>
        <p:nvSpPr>
          <p:cNvPr id="4" name="Slide Number Placeholder 3"/>
          <p:cNvSpPr>
            <a:spLocks noGrp="1"/>
          </p:cNvSpPr>
          <p:nvPr>
            <p:ph type="sldNum" sz="quarter" idx="5"/>
          </p:nvPr>
        </p:nvSpPr>
        <p:spPr/>
        <p:txBody>
          <a:bodyPr/>
          <a:lstStyle/>
          <a:p>
            <a:fld id="{90B8BF63-7686-493A-8B6E-EE88A0F21868}" type="slidenum">
              <a:rPr lang="en-GB" smtClean="0"/>
              <a:t>141</a:t>
            </a:fld>
            <a:endParaRPr lang="en-GB"/>
          </a:p>
        </p:txBody>
      </p:sp>
    </p:spTree>
    <p:extLst>
      <p:ext uri="{BB962C8B-B14F-4D97-AF65-F5344CB8AC3E}">
        <p14:creationId xmlns:p14="http://schemas.microsoft.com/office/powerpoint/2010/main" val="217520978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They will insist that they are just there by luck </a:t>
            </a:r>
          </a:p>
          <a:p>
            <a:r>
              <a:rPr lang="en-GB"/>
              <a:t>There is nothing very special about them</a:t>
            </a:r>
          </a:p>
          <a:p>
            <a:r>
              <a:rPr lang="en-GB"/>
              <a:t>Despite their abilities and talent that we can see</a:t>
            </a:r>
          </a:p>
        </p:txBody>
      </p:sp>
      <p:sp>
        <p:nvSpPr>
          <p:cNvPr id="4" name="Slide Number Placeholder 3"/>
          <p:cNvSpPr>
            <a:spLocks noGrp="1"/>
          </p:cNvSpPr>
          <p:nvPr>
            <p:ph type="sldNum" sz="quarter" idx="5"/>
          </p:nvPr>
        </p:nvSpPr>
        <p:spPr/>
        <p:txBody>
          <a:bodyPr/>
          <a:lstStyle/>
          <a:p>
            <a:fld id="{90B8BF63-7686-493A-8B6E-EE88A0F21868}" type="slidenum">
              <a:rPr lang="en-GB" smtClean="0"/>
              <a:t>142</a:t>
            </a:fld>
            <a:endParaRPr lang="en-GB"/>
          </a:p>
        </p:txBody>
      </p:sp>
    </p:spTree>
    <p:extLst>
      <p:ext uri="{BB962C8B-B14F-4D97-AF65-F5344CB8AC3E}">
        <p14:creationId xmlns:p14="http://schemas.microsoft.com/office/powerpoint/2010/main" val="259330569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https://www.pexels.com/photo/dictionary-text-in-bokeh-effect-267669/</a:t>
            </a:r>
          </a:p>
          <a:p>
            <a:r>
              <a:rPr lang="en-GB">
                <a:effectLst/>
              </a:rPr>
              <a:t>Lets define it</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144</a:t>
            </a:fld>
            <a:endParaRPr lang="en-GB"/>
          </a:p>
        </p:txBody>
      </p:sp>
    </p:spTree>
    <p:extLst>
      <p:ext uri="{BB962C8B-B14F-4D97-AF65-F5344CB8AC3E}">
        <p14:creationId xmlns:p14="http://schemas.microsoft.com/office/powerpoint/2010/main" val="293041684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https://www.flickr.com/photos/joysaphine/2445439236</a:t>
            </a:r>
          </a:p>
          <a:p>
            <a:r>
              <a:rPr lang="en-GB"/>
              <a:t>Dealing with Bull Shit Bob</a:t>
            </a:r>
          </a:p>
        </p:txBody>
      </p:sp>
      <p:sp>
        <p:nvSpPr>
          <p:cNvPr id="4" name="Slide Number Placeholder 3"/>
          <p:cNvSpPr>
            <a:spLocks noGrp="1"/>
          </p:cNvSpPr>
          <p:nvPr>
            <p:ph type="sldNum" sz="quarter" idx="5"/>
          </p:nvPr>
        </p:nvSpPr>
        <p:spPr/>
        <p:txBody>
          <a:bodyPr/>
          <a:lstStyle/>
          <a:p>
            <a:fld id="{90B8BF63-7686-493A-8B6E-EE88A0F21868}" type="slidenum">
              <a:rPr lang="en-GB" smtClean="0"/>
              <a:t>146</a:t>
            </a:fld>
            <a:endParaRPr lang="en-GB"/>
          </a:p>
        </p:txBody>
      </p:sp>
    </p:spTree>
    <p:extLst>
      <p:ext uri="{BB962C8B-B14F-4D97-AF65-F5344CB8AC3E}">
        <p14:creationId xmlns:p14="http://schemas.microsoft.com/office/powerpoint/2010/main" val="280615749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err="1">
                <a:hlinkClick r:id="rId3"/>
              </a:rPr>
              <a:t>engin</a:t>
            </a:r>
            <a:r>
              <a:rPr lang="en-GB">
                <a:hlinkClick r:id="rId3"/>
              </a:rPr>
              <a:t> </a:t>
            </a:r>
            <a:r>
              <a:rPr lang="en-GB" err="1">
                <a:hlinkClick r:id="rId3"/>
              </a:rPr>
              <a:t>akyurt</a:t>
            </a:r>
            <a:r>
              <a:rPr lang="en-GB"/>
              <a:t> on </a:t>
            </a:r>
            <a:r>
              <a:rPr lang="en-GB" err="1">
                <a:hlinkClick r:id="rId4"/>
              </a:rPr>
              <a:t>Unsplash</a:t>
            </a:r>
            <a:r>
              <a:rPr lang="en-GB"/>
              <a:t> </a:t>
            </a:r>
          </a:p>
          <a:p>
            <a:r>
              <a:rPr lang="en-GB"/>
              <a:t>Living with it</a:t>
            </a:r>
          </a:p>
          <a:p>
            <a:r>
              <a:rPr lang="en-GB"/>
              <a:t>What kind of impact does it have on my life?</a:t>
            </a:r>
          </a:p>
        </p:txBody>
      </p:sp>
      <p:sp>
        <p:nvSpPr>
          <p:cNvPr id="4" name="Slide Number Placeholder 3"/>
          <p:cNvSpPr>
            <a:spLocks noGrp="1"/>
          </p:cNvSpPr>
          <p:nvPr>
            <p:ph type="sldNum" sz="quarter" idx="5"/>
          </p:nvPr>
        </p:nvSpPr>
        <p:spPr/>
        <p:txBody>
          <a:bodyPr/>
          <a:lstStyle/>
          <a:p>
            <a:fld id="{90B8BF63-7686-493A-8B6E-EE88A0F21868}" type="slidenum">
              <a:rPr lang="en-GB" smtClean="0"/>
              <a:t>147</a:t>
            </a:fld>
            <a:endParaRPr lang="en-GB"/>
          </a:p>
        </p:txBody>
      </p:sp>
    </p:spTree>
    <p:extLst>
      <p:ext uri="{BB962C8B-B14F-4D97-AF65-F5344CB8AC3E}">
        <p14:creationId xmlns:p14="http://schemas.microsoft.com/office/powerpoint/2010/main" val="315418656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148</a:t>
            </a:fld>
            <a:endParaRPr lang="en-GB"/>
          </a:p>
        </p:txBody>
      </p:sp>
    </p:spTree>
    <p:extLst>
      <p:ext uri="{BB962C8B-B14F-4D97-AF65-F5344CB8AC3E}">
        <p14:creationId xmlns:p14="http://schemas.microsoft.com/office/powerpoint/2010/main" val="174899331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Ralph </a:t>
            </a:r>
            <a:r>
              <a:rPr lang="en-GB" err="1">
                <a:hlinkClick r:id="rId3"/>
              </a:rPr>
              <a:t>Katieb</a:t>
            </a:r>
            <a:r>
              <a:rPr lang="en-GB"/>
              <a:t> on </a:t>
            </a:r>
            <a:r>
              <a:rPr lang="en-GB" err="1">
                <a:hlinkClick r:id="rId4"/>
              </a:rPr>
              <a:t>Unsplash</a:t>
            </a:r>
            <a:r>
              <a:rPr lang="en-GB"/>
              <a:t> </a:t>
            </a:r>
          </a:p>
          <a:p>
            <a:r>
              <a:rPr lang="en-GB"/>
              <a:t>I had to learn that I’m unique and different not quite like anyone else</a:t>
            </a:r>
          </a:p>
        </p:txBody>
      </p:sp>
      <p:sp>
        <p:nvSpPr>
          <p:cNvPr id="4" name="Slide Number Placeholder 3"/>
          <p:cNvSpPr>
            <a:spLocks noGrp="1"/>
          </p:cNvSpPr>
          <p:nvPr>
            <p:ph type="sldNum" sz="quarter" idx="5"/>
          </p:nvPr>
        </p:nvSpPr>
        <p:spPr/>
        <p:txBody>
          <a:bodyPr/>
          <a:lstStyle/>
          <a:p>
            <a:fld id="{90B8BF63-7686-493A-8B6E-EE88A0F21868}" type="slidenum">
              <a:rPr lang="en-GB" smtClean="0"/>
              <a:t>149</a:t>
            </a:fld>
            <a:endParaRPr lang="en-GB"/>
          </a:p>
        </p:txBody>
      </p:sp>
    </p:spTree>
    <p:extLst>
      <p:ext uri="{BB962C8B-B14F-4D97-AF65-F5344CB8AC3E}">
        <p14:creationId xmlns:p14="http://schemas.microsoft.com/office/powerpoint/2010/main" val="427232414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https://www.pexels.com/photo/books-in-black-wooden-book-shelf-159711/</a:t>
            </a:r>
          </a:p>
          <a:p>
            <a:r>
              <a:rPr lang="en-GB">
                <a:effectLst/>
              </a:rPr>
              <a:t>Going to talk about creating a library of facts</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150</a:t>
            </a:fld>
            <a:endParaRPr lang="en-GB"/>
          </a:p>
        </p:txBody>
      </p:sp>
    </p:spTree>
    <p:extLst>
      <p:ext uri="{BB962C8B-B14F-4D97-AF65-F5344CB8AC3E}">
        <p14:creationId xmlns:p14="http://schemas.microsoft.com/office/powerpoint/2010/main" val="279182751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CHUTTERSNAP</a:t>
            </a:r>
            <a:r>
              <a:rPr lang="en-GB"/>
              <a:t> on </a:t>
            </a:r>
            <a:r>
              <a:rPr lang="en-GB">
                <a:hlinkClick r:id="rId4"/>
              </a:rPr>
              <a:t>Unsplash</a:t>
            </a:r>
            <a:r>
              <a:rPr lang="en-GB"/>
              <a:t> </a:t>
            </a:r>
          </a:p>
          <a:p>
            <a:r>
              <a:rPr lang="en-GB">
                <a:ea typeface="Calibri"/>
                <a:cs typeface="Calibri"/>
              </a:rPr>
              <a:t>Dealing with failure has been part of my journey</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151</a:t>
            </a:fld>
            <a:endParaRPr lang="en-GB"/>
          </a:p>
        </p:txBody>
      </p:sp>
    </p:spTree>
    <p:extLst>
      <p:ext uri="{BB962C8B-B14F-4D97-AF65-F5344CB8AC3E}">
        <p14:creationId xmlns:p14="http://schemas.microsoft.com/office/powerpoint/2010/main" val="281674612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effectLst/>
              </a:rPr>
              <a:t>Photo by olia danilevich: https://www.pexels.com/photo/confetti-on-a-piece-of-paper-8127308/</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152</a:t>
            </a:fld>
            <a:endParaRPr lang="en-GB"/>
          </a:p>
        </p:txBody>
      </p:sp>
    </p:spTree>
    <p:extLst>
      <p:ext uri="{BB962C8B-B14F-4D97-AF65-F5344CB8AC3E}">
        <p14:creationId xmlns:p14="http://schemas.microsoft.com/office/powerpoint/2010/main" val="179311373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ffectLst/>
              </a:rPr>
              <a:t>Photo by </a:t>
            </a:r>
            <a:r>
              <a:rPr lang="en-GB" err="1">
                <a:effectLst/>
              </a:rPr>
              <a:t>Pixabay</a:t>
            </a:r>
            <a:r>
              <a:rPr lang="en-GB">
                <a:effectLst/>
              </a:rPr>
              <a:t>: https://www.pexels.com/photo/letter-blocks-247819/</a:t>
            </a:r>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153</a:t>
            </a:fld>
            <a:endParaRPr lang="en-GB"/>
          </a:p>
        </p:txBody>
      </p:sp>
    </p:spTree>
    <p:extLst>
      <p:ext uri="{BB962C8B-B14F-4D97-AF65-F5344CB8AC3E}">
        <p14:creationId xmlns:p14="http://schemas.microsoft.com/office/powerpoint/2010/main" val="224823515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0B8BF63-7686-493A-8B6E-EE88A0F21868}" type="slidenum">
              <a:rPr lang="en-GB" smtClean="0"/>
              <a:t>154</a:t>
            </a:fld>
            <a:endParaRPr lang="en-GB"/>
          </a:p>
        </p:txBody>
      </p:sp>
    </p:spTree>
    <p:extLst>
      <p:ext uri="{BB962C8B-B14F-4D97-AF65-F5344CB8AC3E}">
        <p14:creationId xmlns:p14="http://schemas.microsoft.com/office/powerpoint/2010/main" val="106571135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By https://regimentalpens.co.uk/products/airborne-delivery-wing, Fair use, https://en.wikipedia.org/w/index.php?curid=58910099</a:t>
            </a:r>
          </a:p>
        </p:txBody>
      </p:sp>
      <p:sp>
        <p:nvSpPr>
          <p:cNvPr id="4" name="Slide Number Placeholder 3"/>
          <p:cNvSpPr>
            <a:spLocks noGrp="1"/>
          </p:cNvSpPr>
          <p:nvPr>
            <p:ph type="sldNum" sz="quarter" idx="5"/>
          </p:nvPr>
        </p:nvSpPr>
        <p:spPr/>
        <p:txBody>
          <a:bodyPr/>
          <a:lstStyle/>
          <a:p>
            <a:fld id="{90B8BF63-7686-493A-8B6E-EE88A0F21868}" type="slidenum">
              <a:rPr lang="en-GB" smtClean="0"/>
              <a:t>155</a:t>
            </a:fld>
            <a:endParaRPr lang="en-GB"/>
          </a:p>
        </p:txBody>
      </p:sp>
    </p:spTree>
    <p:extLst>
      <p:ext uri="{BB962C8B-B14F-4D97-AF65-F5344CB8AC3E}">
        <p14:creationId xmlns:p14="http://schemas.microsoft.com/office/powerpoint/2010/main" val="69639890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https://quotefancy.com/media/wallpaper/3840x2160/2183754-Edmund-Burke-Quote-When-you-fear-something-learn-as-much-about-it.jpg</a:t>
            </a:r>
          </a:p>
        </p:txBody>
      </p:sp>
      <p:sp>
        <p:nvSpPr>
          <p:cNvPr id="4" name="Slide Number Placeholder 3"/>
          <p:cNvSpPr>
            <a:spLocks noGrp="1"/>
          </p:cNvSpPr>
          <p:nvPr>
            <p:ph type="sldNum" sz="quarter" idx="5"/>
          </p:nvPr>
        </p:nvSpPr>
        <p:spPr/>
        <p:txBody>
          <a:bodyPr/>
          <a:lstStyle/>
          <a:p>
            <a:fld id="{90B8BF63-7686-493A-8B6E-EE88A0F21868}" type="slidenum">
              <a:rPr lang="en-GB" smtClean="0"/>
              <a:t>156</a:t>
            </a:fld>
            <a:endParaRPr lang="en-GB"/>
          </a:p>
        </p:txBody>
      </p:sp>
    </p:spTree>
    <p:extLst>
      <p:ext uri="{BB962C8B-B14F-4D97-AF65-F5344CB8AC3E}">
        <p14:creationId xmlns:p14="http://schemas.microsoft.com/office/powerpoint/2010/main" val="120769037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Dominik Dancs</a:t>
            </a:r>
            <a:r>
              <a:rPr lang="en-GB" dirty="0"/>
              <a:t> on </a:t>
            </a:r>
            <a:r>
              <a:rPr lang="en-GB" dirty="0" err="1">
                <a:hlinkClick r:id="rId4"/>
              </a:rPr>
              <a:t>Unsplash</a:t>
            </a:r>
            <a:endParaRPr lang="en-GB" dirty="0"/>
          </a:p>
        </p:txBody>
      </p:sp>
      <p:sp>
        <p:nvSpPr>
          <p:cNvPr id="4" name="Slide Number Placeholder 3"/>
          <p:cNvSpPr>
            <a:spLocks noGrp="1"/>
          </p:cNvSpPr>
          <p:nvPr>
            <p:ph type="sldNum" sz="quarter" idx="5"/>
          </p:nvPr>
        </p:nvSpPr>
        <p:spPr/>
        <p:txBody>
          <a:bodyPr/>
          <a:lstStyle/>
          <a:p>
            <a:fld id="{90B8BF63-7686-493A-8B6E-EE88A0F21868}" type="slidenum">
              <a:rPr lang="en-GB" smtClean="0"/>
              <a:t>157</a:t>
            </a:fld>
            <a:endParaRPr lang="en-GB"/>
          </a:p>
        </p:txBody>
      </p:sp>
    </p:spTree>
    <p:extLst>
      <p:ext uri="{BB962C8B-B14F-4D97-AF65-F5344CB8AC3E}">
        <p14:creationId xmlns:p14="http://schemas.microsoft.com/office/powerpoint/2010/main" val="84057990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 by </a:t>
            </a:r>
            <a:r>
              <a:rPr lang="en-GB" dirty="0">
                <a:hlinkClick r:id="rId3"/>
              </a:rPr>
              <a:t>Chris Porter</a:t>
            </a:r>
            <a:r>
              <a:rPr lang="en-GB" dirty="0"/>
              <a:t> on </a:t>
            </a:r>
            <a:r>
              <a:rPr lang="en-GB" dirty="0" err="1">
                <a:hlinkClick r:id="rId4"/>
              </a:rPr>
              <a:t>Unsplash</a:t>
            </a:r>
            <a:endParaRPr lang="en-GB" dirty="0"/>
          </a:p>
        </p:txBody>
      </p:sp>
      <p:sp>
        <p:nvSpPr>
          <p:cNvPr id="4" name="Slide Number Placeholder 3"/>
          <p:cNvSpPr>
            <a:spLocks noGrp="1"/>
          </p:cNvSpPr>
          <p:nvPr>
            <p:ph type="sldNum" sz="quarter" idx="5"/>
          </p:nvPr>
        </p:nvSpPr>
        <p:spPr/>
        <p:txBody>
          <a:bodyPr/>
          <a:lstStyle/>
          <a:p>
            <a:fld id="{90B8BF63-7686-493A-8B6E-EE88A0F21868}" type="slidenum">
              <a:rPr lang="en-GB" smtClean="0"/>
              <a:t>163</a:t>
            </a:fld>
            <a:endParaRPr lang="en-GB"/>
          </a:p>
        </p:txBody>
      </p:sp>
    </p:spTree>
    <p:extLst>
      <p:ext uri="{BB962C8B-B14F-4D97-AF65-F5344CB8AC3E}">
        <p14:creationId xmlns:p14="http://schemas.microsoft.com/office/powerpoint/2010/main" val="348780928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Photo by </a:t>
            </a:r>
            <a:r>
              <a:rPr lang="en-GB">
                <a:hlinkClick r:id="rId3"/>
              </a:rPr>
              <a:t>Dan Meyers</a:t>
            </a:r>
            <a:r>
              <a:rPr lang="en-GB"/>
              <a:t> on </a:t>
            </a:r>
            <a:r>
              <a:rPr lang="en-GB" err="1">
                <a:hlinkClick r:id="rId4"/>
              </a:rPr>
              <a:t>Unsplash</a:t>
            </a:r>
            <a:r>
              <a:rPr lang="en-GB"/>
              <a:t> </a:t>
            </a:r>
          </a:p>
        </p:txBody>
      </p:sp>
      <p:sp>
        <p:nvSpPr>
          <p:cNvPr id="4" name="Slide Number Placeholder 3"/>
          <p:cNvSpPr>
            <a:spLocks noGrp="1"/>
          </p:cNvSpPr>
          <p:nvPr>
            <p:ph type="sldNum" sz="quarter" idx="5"/>
          </p:nvPr>
        </p:nvSpPr>
        <p:spPr/>
        <p:txBody>
          <a:bodyPr/>
          <a:lstStyle/>
          <a:p>
            <a:fld id="{90B8BF63-7686-493A-8B6E-EE88A0F21868}" type="slidenum">
              <a:rPr lang="en-GB" smtClean="0"/>
              <a:t>164</a:t>
            </a:fld>
            <a:endParaRPr lang="en-GB"/>
          </a:p>
        </p:txBody>
      </p:sp>
    </p:spTree>
    <p:extLst>
      <p:ext uri="{BB962C8B-B14F-4D97-AF65-F5344CB8AC3E}">
        <p14:creationId xmlns:p14="http://schemas.microsoft.com/office/powerpoint/2010/main" val="213623656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https://www.flickr.com/photos/terrio/12608344674/</a:t>
            </a:r>
          </a:p>
        </p:txBody>
      </p:sp>
      <p:sp>
        <p:nvSpPr>
          <p:cNvPr id="4" name="Slide Number Placeholder 3"/>
          <p:cNvSpPr>
            <a:spLocks noGrp="1"/>
          </p:cNvSpPr>
          <p:nvPr>
            <p:ph type="sldNum" sz="quarter" idx="5"/>
          </p:nvPr>
        </p:nvSpPr>
        <p:spPr/>
        <p:txBody>
          <a:bodyPr/>
          <a:lstStyle/>
          <a:p>
            <a:fld id="{90B8BF63-7686-493A-8B6E-EE88A0F21868}" type="slidenum">
              <a:rPr lang="en-GB" smtClean="0"/>
              <a:t>165</a:t>
            </a:fld>
            <a:endParaRPr lang="en-GB"/>
          </a:p>
        </p:txBody>
      </p:sp>
    </p:spTree>
    <p:extLst>
      <p:ext uri="{BB962C8B-B14F-4D97-AF65-F5344CB8AC3E}">
        <p14:creationId xmlns:p14="http://schemas.microsoft.com/office/powerpoint/2010/main" val="160480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23/10/2026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23/10/2026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23/10/2026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633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23/10/2026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
        <p:nvSpPr>
          <p:cNvPr id="8" name="TextBox 7">
            <a:extLst>
              <a:ext uri="{FF2B5EF4-FFF2-40B4-BE49-F238E27FC236}">
                <a16:creationId xmlns:a16="http://schemas.microsoft.com/office/drawing/2014/main" id="{73DB28AB-D104-251A-21B8-BA421B3019E3}"/>
              </a:ext>
            </a:extLst>
          </p:cNvPr>
          <p:cNvSpPr txBox="1"/>
          <p:nvPr userDrawn="1">
            <p:extLst>
              <p:ext uri="{1162E1C5-73C7-4A58-AE30-91384D911F3F}">
                <p184:classification xmlns:p184="http://schemas.microsoft.com/office/powerpoint/2018/4/main" val="ftr"/>
              </p:ext>
            </p:extLst>
          </p:nvPr>
        </p:nvSpPr>
        <p:spPr>
          <a:xfrm>
            <a:off x="5513388" y="6642100"/>
            <a:ext cx="1190625"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Classification: Public</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30.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 Id="rId9" Type="http://schemas.openxmlformats.org/officeDocument/2006/relationships/image" Target="../media/image41.svg"/></Relationships>
</file>

<file path=ppt/slides/_rels/slide3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3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3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5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8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81.svg"/></Relationships>
</file>

<file path=ppt/slides/_rels/slide8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9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hyperlink" Target="https://www.procyclingstats.com/" TargetMode="External"/></Relationships>
</file>

<file path=ppt/slides/_rels/slide98.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10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hyperlink" Target="http://images.google.com/imgres?imgurl=http://www.psychologytoday.com/files/u570/10:26:09%20How%20high%20self-esteem%20can%20get%20us%20down%20image.jpg&amp;imgrefurl=http://www.psychologytoday.com/blog/making-change/200910/how-high-self-esteem-can-get-us-down&amp;usg=__5vNccDGRtRHkemsqEqQiSucPnwM=&amp;h=326&amp;w=384&amp;sz=14&amp;hl=en&amp;start=0&amp;zoom=1&amp;tbnid=LANc92gDc7pqTM:&amp;tbnh=123&amp;tbnw=145&amp;ei=tMDuTd6bEYvGsAOUxu3-Bg&amp;prev=/search?q%3Dself-esteem%26hl%3Den%26biw%3D1366%26bih%3D575%26gbv%3D2%26tbm%3Disch&amp;itbs=1&amp;iact=hc&amp;vpx=441&amp;vpy=261&amp;dur=2389&amp;hovh=207&amp;hovw=244&amp;tx=153&amp;ty=146&amp;page=1&amp;ndsp=27&amp;ved=1t:429,r:21,s:0&amp;biw=1366&amp;bih=575" TargetMode="External"/></Relationships>
</file>

<file path=ppt/slides/_rels/slide11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108.jpeg"/></Relationships>
</file>

<file path=ppt/slides/_rels/slide12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2.sv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2.sv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143.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14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14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25.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14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14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81.svg"/></Relationships>
</file>

<file path=ppt/slides/_rels/slide15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28.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5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15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163.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1036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with a beard and a baseball cap holding his hand to his forehead&#10;&#10;Description automatically generated">
            <a:extLst>
              <a:ext uri="{FF2B5EF4-FFF2-40B4-BE49-F238E27FC236}">
                <a16:creationId xmlns:a16="http://schemas.microsoft.com/office/drawing/2014/main" id="{04025C24-3116-E710-B69B-368E4B14477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0"/>
            <a:ext cx="12191980" cy="6856718"/>
          </a:xfrm>
          <a:prstGeom prst="rect">
            <a:avLst/>
          </a:prstGeom>
        </p:spPr>
      </p:pic>
      <p:sp>
        <p:nvSpPr>
          <p:cNvPr id="4" name="TextBox 3">
            <a:extLst>
              <a:ext uri="{FF2B5EF4-FFF2-40B4-BE49-F238E27FC236}">
                <a16:creationId xmlns:a16="http://schemas.microsoft.com/office/drawing/2014/main" id="{D9614DAC-93CE-5789-D9E3-F65D03A50723}"/>
              </a:ext>
            </a:extLst>
          </p:cNvPr>
          <p:cNvSpPr txBox="1"/>
          <p:nvPr/>
        </p:nvSpPr>
        <p:spPr>
          <a:xfrm>
            <a:off x="100208" y="1535533"/>
            <a:ext cx="5649237" cy="3785652"/>
          </a:xfrm>
          <a:prstGeom prst="rect">
            <a:avLst/>
          </a:prstGeom>
          <a:noFill/>
        </p:spPr>
        <p:txBody>
          <a:bodyPr wrap="square">
            <a:spAutoFit/>
          </a:bodyPr>
          <a:lstStyle/>
          <a:p>
            <a:pPr algn="ctr"/>
            <a:r>
              <a:rPr lang="en-US" sz="6000" b="0" cap="none" spc="0">
                <a:ln w="0"/>
                <a:solidFill>
                  <a:srgbClr val="0070C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Why am I here?</a:t>
            </a:r>
          </a:p>
          <a:p>
            <a:pPr algn="ctr"/>
            <a:r>
              <a:rPr lang="en-GB" sz="6000" b="0" cap="none" spc="0">
                <a:ln w="0"/>
                <a:solidFill>
                  <a:srgbClr val="0070C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Dealing with Imposter Syndrome</a:t>
            </a:r>
            <a:endParaRPr lang="en-US" sz="6000" b="0" cap="none" spc="0">
              <a:ln w="0"/>
              <a:solidFill>
                <a:srgbClr val="0070C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2EEEE-C5FC-42B3-CF46-FA1DDAE6F826}"/>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909054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artoon of a group of people&#10;&#10;Description automatically generated">
            <a:extLst>
              <a:ext uri="{FF2B5EF4-FFF2-40B4-BE49-F238E27FC236}">
                <a16:creationId xmlns:a16="http://schemas.microsoft.com/office/drawing/2014/main" id="{B0984ECC-A35B-B04F-2BF7-B3A0A137550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06575" y="0"/>
            <a:ext cx="5578850" cy="6261090"/>
          </a:xfrm>
          <a:prstGeom prst="rect">
            <a:avLst/>
          </a:prstGeom>
        </p:spPr>
      </p:pic>
      <p:sp>
        <p:nvSpPr>
          <p:cNvPr id="7" name="TextBox 6">
            <a:extLst>
              <a:ext uri="{FF2B5EF4-FFF2-40B4-BE49-F238E27FC236}">
                <a16:creationId xmlns:a16="http://schemas.microsoft.com/office/drawing/2014/main" id="{DD02ED6A-44E5-EE9E-58EC-1FC8613E56B1}"/>
              </a:ext>
            </a:extLst>
          </p:cNvPr>
          <p:cNvSpPr txBox="1"/>
          <p:nvPr/>
        </p:nvSpPr>
        <p:spPr>
          <a:xfrm>
            <a:off x="0" y="6261090"/>
            <a:ext cx="12192000" cy="584775"/>
          </a:xfrm>
          <a:prstGeom prst="rect">
            <a:avLst/>
          </a:prstGeom>
          <a:noFill/>
        </p:spPr>
        <p:txBody>
          <a:bodyPr wrap="square">
            <a:spAutoFit/>
          </a:bodyPr>
          <a:lstStyle/>
          <a:p>
            <a:pPr algn="ctr"/>
            <a:r>
              <a:rPr lang="en-GB" sz="3200" b="1"/>
              <a:t>https://xkcd.com/1954/</a:t>
            </a:r>
          </a:p>
        </p:txBody>
      </p:sp>
    </p:spTree>
    <p:extLst>
      <p:ext uri="{BB962C8B-B14F-4D97-AF65-F5344CB8AC3E}">
        <p14:creationId xmlns:p14="http://schemas.microsoft.com/office/powerpoint/2010/main" val="1870547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Open books with words on them&#10;&#10;Description automatically generated">
            <a:extLst>
              <a:ext uri="{FF2B5EF4-FFF2-40B4-BE49-F238E27FC236}">
                <a16:creationId xmlns:a16="http://schemas.microsoft.com/office/drawing/2014/main" id="{A9EBCF4C-6FFB-81E2-CAB7-C4BFB86E79C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852723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ataGrillen (@DataGrillen) / X">
            <a:extLst>
              <a:ext uri="{FF2B5EF4-FFF2-40B4-BE49-F238E27FC236}">
                <a16:creationId xmlns:a16="http://schemas.microsoft.com/office/drawing/2014/main" id="{34B38AE9-543E-5963-BD4F-3F5BADB0B2F5}"/>
              </a:ext>
            </a:extLst>
          </p:cNvPr>
          <p:cNvPicPr>
            <a:picLocks noChangeAspect="1"/>
          </p:cNvPicPr>
          <p:nvPr/>
        </p:nvPicPr>
        <p:blipFill>
          <a:blip r:embed="rId3"/>
          <a:stretch>
            <a:fillRect/>
          </a:stretch>
        </p:blipFill>
        <p:spPr>
          <a:xfrm>
            <a:off x="715161" y="-147"/>
            <a:ext cx="10761678" cy="6858293"/>
          </a:xfrm>
          <a:prstGeom prst="rect">
            <a:avLst/>
          </a:prstGeom>
        </p:spPr>
      </p:pic>
    </p:spTree>
    <p:extLst>
      <p:ext uri="{BB962C8B-B14F-4D97-AF65-F5344CB8AC3E}">
        <p14:creationId xmlns:p14="http://schemas.microsoft.com/office/powerpoint/2010/main" val="886717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yellow post-it note with a light bulb drawn on it&#10;&#10;Description automatically generated">
            <a:extLst>
              <a:ext uri="{FF2B5EF4-FFF2-40B4-BE49-F238E27FC236}">
                <a16:creationId xmlns:a16="http://schemas.microsoft.com/office/drawing/2014/main" id="{4418C662-6E4A-5297-3D08-B9A29FA2ED3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148904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Close-up of a handshake of a person and person&#10;&#10;Description automatically generated">
            <a:extLst>
              <a:ext uri="{FF2B5EF4-FFF2-40B4-BE49-F238E27FC236}">
                <a16:creationId xmlns:a16="http://schemas.microsoft.com/office/drawing/2014/main" id="{F72ABCC8-160D-615D-03AD-D4881050D33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23855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word on a purple background&#10;&#10;Description automatically generated">
            <a:extLst>
              <a:ext uri="{FF2B5EF4-FFF2-40B4-BE49-F238E27FC236}">
                <a16:creationId xmlns:a16="http://schemas.microsoft.com/office/drawing/2014/main" id="{FB5F85F6-0487-9DC6-669C-519FB8110B2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9306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sitting in a lotus pose&#10;&#10;Description automatically generated">
            <a:extLst>
              <a:ext uri="{FF2B5EF4-FFF2-40B4-BE49-F238E27FC236}">
                <a16:creationId xmlns:a16="http://schemas.microsoft.com/office/drawing/2014/main" id="{0610E7BA-BA9D-0EC8-F76E-1B04D7CA435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55519" y="0"/>
            <a:ext cx="9680962" cy="6858000"/>
          </a:xfrm>
          <a:prstGeom prst="rect">
            <a:avLst/>
          </a:prstGeom>
        </p:spPr>
      </p:pic>
    </p:spTree>
    <p:extLst>
      <p:ext uri="{BB962C8B-B14F-4D97-AF65-F5344CB8AC3E}">
        <p14:creationId xmlns:p14="http://schemas.microsoft.com/office/powerpoint/2010/main" val="3013769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in a blue shirt&#10;&#10;Description automatically generated">
            <a:extLst>
              <a:ext uri="{FF2B5EF4-FFF2-40B4-BE49-F238E27FC236}">
                <a16:creationId xmlns:a16="http://schemas.microsoft.com/office/drawing/2014/main" id="{5D6E93B1-EB5F-48D7-1AEF-ACD0FCF459F6}"/>
              </a:ext>
            </a:extLst>
          </p:cNvPr>
          <p:cNvPicPr>
            <a:picLocks noChangeAspect="1"/>
          </p:cNvPicPr>
          <p:nvPr/>
        </p:nvPicPr>
        <p:blipFill>
          <a:blip r:embed="rId3" cstate="email">
            <a:extLst>
              <a:ext uri="{28A0092B-C50C-407E-A947-70E740481C1C}">
                <a14:useLocalDpi xmlns:a14="http://schemas.microsoft.com/office/drawing/2010/main"/>
              </a:ext>
            </a:extLst>
          </a:blip>
          <a:srcRect r="-2" b="-2"/>
          <a:stretch/>
        </p:blipFill>
        <p:spPr>
          <a:xfrm>
            <a:off x="991027" y="956945"/>
            <a:ext cx="4944107" cy="4944110"/>
          </a:xfrm>
          <a:custGeom>
            <a:avLst/>
            <a:gdLst/>
            <a:ahLst/>
            <a:cxnLst/>
            <a:rect l="l" t="t" r="r" b="b"/>
            <a:pathLst>
              <a:path w="4627646" h="4627648">
                <a:moveTo>
                  <a:pt x="2313823" y="0"/>
                </a:moveTo>
                <a:cubicBezTo>
                  <a:pt x="3591712" y="0"/>
                  <a:pt x="4627646" y="1035934"/>
                  <a:pt x="4627646" y="2313824"/>
                </a:cubicBezTo>
                <a:cubicBezTo>
                  <a:pt x="4627646" y="3591714"/>
                  <a:pt x="3591712" y="4627648"/>
                  <a:pt x="2313823" y="4627648"/>
                </a:cubicBezTo>
                <a:cubicBezTo>
                  <a:pt x="1035934" y="4627648"/>
                  <a:pt x="0" y="3591714"/>
                  <a:pt x="0" y="2313824"/>
                </a:cubicBezTo>
                <a:cubicBezTo>
                  <a:pt x="0" y="1035934"/>
                  <a:pt x="1035934" y="0"/>
                  <a:pt x="2313823" y="0"/>
                </a:cubicBezTo>
                <a:close/>
              </a:path>
            </a:pathLst>
          </a:custGeom>
        </p:spPr>
      </p:pic>
      <p:pic>
        <p:nvPicPr>
          <p:cNvPr id="7" name="Picture 6" descr="A person with a beard and glasses&#10;&#10;Description automatically generated">
            <a:extLst>
              <a:ext uri="{FF2B5EF4-FFF2-40B4-BE49-F238E27FC236}">
                <a16:creationId xmlns:a16="http://schemas.microsoft.com/office/drawing/2014/main" id="{9BE8E412-3716-FD84-3E63-ADC47433236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256867" y="956945"/>
            <a:ext cx="4944107" cy="4944110"/>
          </a:xfrm>
          <a:custGeom>
            <a:avLst/>
            <a:gdLst/>
            <a:ahLst/>
            <a:cxnLst/>
            <a:rect l="l" t="t" r="r" b="b"/>
            <a:pathLst>
              <a:path w="4627646" h="4627648">
                <a:moveTo>
                  <a:pt x="2313823" y="0"/>
                </a:moveTo>
                <a:cubicBezTo>
                  <a:pt x="3591712" y="0"/>
                  <a:pt x="4627646" y="1035934"/>
                  <a:pt x="4627646" y="2313824"/>
                </a:cubicBezTo>
                <a:cubicBezTo>
                  <a:pt x="4627646" y="3591714"/>
                  <a:pt x="3591712" y="4627648"/>
                  <a:pt x="2313823" y="4627648"/>
                </a:cubicBezTo>
                <a:cubicBezTo>
                  <a:pt x="1035934" y="4627648"/>
                  <a:pt x="0" y="3591714"/>
                  <a:pt x="0" y="2313824"/>
                </a:cubicBezTo>
                <a:cubicBezTo>
                  <a:pt x="0" y="1035934"/>
                  <a:pt x="1035934" y="0"/>
                  <a:pt x="2313823" y="0"/>
                </a:cubicBezTo>
                <a:close/>
              </a:path>
            </a:pathLst>
          </a:custGeom>
        </p:spPr>
      </p:pic>
    </p:spTree>
    <p:extLst>
      <p:ext uri="{BB962C8B-B14F-4D97-AF65-F5344CB8AC3E}">
        <p14:creationId xmlns:p14="http://schemas.microsoft.com/office/powerpoint/2010/main" val="458482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word on a red background&#10;&#10;Description automatically generated">
            <a:extLst>
              <a:ext uri="{FF2B5EF4-FFF2-40B4-BE49-F238E27FC236}">
                <a16:creationId xmlns:a16="http://schemas.microsoft.com/office/drawing/2014/main" id="{12692A37-9B68-7A17-198C-17E9EC7EB4F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74042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group of red cubes with white letters on a blue surface&#10;&#10;Description automatically generated">
            <a:extLst>
              <a:ext uri="{FF2B5EF4-FFF2-40B4-BE49-F238E27FC236}">
                <a16:creationId xmlns:a16="http://schemas.microsoft.com/office/drawing/2014/main" id="{26DE77A7-A8D8-5A13-B1EC-6CFA60A4821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898637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group of people looking at a computer&#10;&#10;Description automatically generated">
            <a:extLst>
              <a:ext uri="{FF2B5EF4-FFF2-40B4-BE49-F238E27FC236}">
                <a16:creationId xmlns:a16="http://schemas.microsoft.com/office/drawing/2014/main" id="{8D668790-A2E1-1052-1670-FEB0697B76C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842670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person standing on a stage&#10;&#10;Description automatically generated">
            <a:extLst>
              <a:ext uri="{FF2B5EF4-FFF2-40B4-BE49-F238E27FC236}">
                <a16:creationId xmlns:a16="http://schemas.microsoft.com/office/drawing/2014/main" id="{7FAE9219-F3AF-FA4D-372D-CC4B170C3D1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352528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sitting in a blue chair with a microphone&#10;&#10;Description automatically generated">
            <a:extLst>
              <a:ext uri="{FF2B5EF4-FFF2-40B4-BE49-F238E27FC236}">
                <a16:creationId xmlns:a16="http://schemas.microsoft.com/office/drawing/2014/main" id="{817B68E6-7B24-7977-5417-A474E608A82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710046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taking a selfie with a dog&#10;&#10;Description automatically generated">
            <a:extLst>
              <a:ext uri="{FF2B5EF4-FFF2-40B4-BE49-F238E27FC236}">
                <a16:creationId xmlns:a16="http://schemas.microsoft.com/office/drawing/2014/main" id="{49B5EECC-D1D3-BD39-A61B-F703CAD1CC0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700272" y="1033272"/>
            <a:ext cx="4791456" cy="4791456"/>
          </a:xfrm>
          <a:prstGeom prst="rect">
            <a:avLst/>
          </a:prstGeom>
        </p:spPr>
      </p:pic>
    </p:spTree>
    <p:extLst>
      <p:ext uri="{BB962C8B-B14F-4D97-AF65-F5344CB8AC3E}">
        <p14:creationId xmlns:p14="http://schemas.microsoft.com/office/powerpoint/2010/main" val="191062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lose-up of a hand giving a thumbs up&#10;&#10;Description automatically generated">
            <a:extLst>
              <a:ext uri="{FF2B5EF4-FFF2-40B4-BE49-F238E27FC236}">
                <a16:creationId xmlns:a16="http://schemas.microsoft.com/office/drawing/2014/main" id="{5ACCC013-A7FB-DC84-9E46-8CA8700A9994}"/>
              </a:ext>
            </a:extLst>
          </p:cNvPr>
          <p:cNvPicPr>
            <a:picLocks noChangeAspect="1"/>
          </p:cNvPicPr>
          <p:nvPr/>
        </p:nvPicPr>
        <p:blipFill>
          <a:blip r:embed="rId3" cstate="email">
            <a:extLst>
              <a:ext uri="{28A0092B-C50C-407E-A947-70E740481C1C}">
                <a14:useLocalDpi xmlns:a14="http://schemas.microsoft.com/office/drawing/2010/main"/>
              </a:ext>
            </a:extLst>
          </a:blip>
          <a:srcRect t="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54591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table full of food&#10;&#10;Description automatically generated">
            <a:extLst>
              <a:ext uri="{FF2B5EF4-FFF2-40B4-BE49-F238E27FC236}">
                <a16:creationId xmlns:a16="http://schemas.microsoft.com/office/drawing/2014/main" id="{3482312F-FAF1-22BE-BA4E-DFF03B60852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67218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standing in a room&#10;&#10;Description automatically generated">
            <a:extLst>
              <a:ext uri="{FF2B5EF4-FFF2-40B4-BE49-F238E27FC236}">
                <a16:creationId xmlns:a16="http://schemas.microsoft.com/office/drawing/2014/main" id="{C4F46B6E-CB97-96FE-D33F-695AE352A16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47163" y="0"/>
            <a:ext cx="8497674" cy="6858000"/>
          </a:xfrm>
          <a:prstGeom prst="rect">
            <a:avLst/>
          </a:prstGeom>
        </p:spPr>
      </p:pic>
    </p:spTree>
    <p:extLst>
      <p:ext uri="{BB962C8B-B14F-4D97-AF65-F5344CB8AC3E}">
        <p14:creationId xmlns:p14="http://schemas.microsoft.com/office/powerpoint/2010/main" val="1129325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group of people sitting around a table with laptops&#10;&#10;Description automatically generated">
            <a:extLst>
              <a:ext uri="{FF2B5EF4-FFF2-40B4-BE49-F238E27FC236}">
                <a16:creationId xmlns:a16="http://schemas.microsoft.com/office/drawing/2014/main" id="{1B6E6495-62FE-BE5A-F592-03391E70D12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318285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covering his face with his hands&#10;&#10;Description automatically generated">
            <a:extLst>
              <a:ext uri="{FF2B5EF4-FFF2-40B4-BE49-F238E27FC236}">
                <a16:creationId xmlns:a16="http://schemas.microsoft.com/office/drawing/2014/main" id="{684450F1-9E3E-1722-2F8B-441C6EAAA98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91672" y="0"/>
            <a:ext cx="9808655" cy="6858000"/>
          </a:xfrm>
          <a:prstGeom prst="rect">
            <a:avLst/>
          </a:prstGeom>
        </p:spPr>
      </p:pic>
    </p:spTree>
    <p:extLst>
      <p:ext uri="{BB962C8B-B14F-4D97-AF65-F5344CB8AC3E}">
        <p14:creationId xmlns:p14="http://schemas.microsoft.com/office/powerpoint/2010/main" val="3673316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and person in front of a large audience&#10;&#10;Description automatically generated">
            <a:extLst>
              <a:ext uri="{FF2B5EF4-FFF2-40B4-BE49-F238E27FC236}">
                <a16:creationId xmlns:a16="http://schemas.microsoft.com/office/drawing/2014/main" id="{62414CAA-966B-495D-4CB8-4C0BDA2F17B0}"/>
              </a:ext>
            </a:extLst>
          </p:cNvPr>
          <p:cNvPicPr>
            <a:picLocks noChangeAspect="1"/>
          </p:cNvPicPr>
          <p:nvPr/>
        </p:nvPicPr>
        <p:blipFill>
          <a:blip r:embed="rId3" cstate="email">
            <a:extLst>
              <a:ext uri="{28A0092B-C50C-407E-A947-70E740481C1C}">
                <a14:useLocalDpi xmlns:a14="http://schemas.microsoft.com/office/drawing/2010/main"/>
              </a:ext>
            </a:extLst>
          </a:blip>
          <a:srcRect t="1495" b="14251"/>
          <a:stretch>
            <a:fillRect/>
          </a:stretch>
        </p:blipFill>
        <p:spPr>
          <a:xfrm>
            <a:off x="20" y="1282"/>
            <a:ext cx="12191980" cy="6856718"/>
          </a:xfrm>
          <a:prstGeom prst="rect">
            <a:avLst/>
          </a:prstGeom>
        </p:spPr>
      </p:pic>
    </p:spTree>
    <p:extLst>
      <p:ext uri="{BB962C8B-B14F-4D97-AF65-F5344CB8AC3E}">
        <p14:creationId xmlns:p14="http://schemas.microsoft.com/office/powerpoint/2010/main" val="4008478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ece of paper with writing on it&#10;&#10;Description automatically generated">
            <a:extLst>
              <a:ext uri="{FF2B5EF4-FFF2-40B4-BE49-F238E27FC236}">
                <a16:creationId xmlns:a16="http://schemas.microsoft.com/office/drawing/2014/main" id="{45BDF091-14CD-69C2-F94F-83E9910A1CB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72598" y="457200"/>
            <a:ext cx="8846803" cy="5943600"/>
          </a:xfrm>
          <a:prstGeom prst="rect">
            <a:avLst/>
          </a:prstGeom>
        </p:spPr>
      </p:pic>
    </p:spTree>
    <p:extLst>
      <p:ext uri="{BB962C8B-B14F-4D97-AF65-F5344CB8AC3E}">
        <p14:creationId xmlns:p14="http://schemas.microsoft.com/office/powerpoint/2010/main" val="2700411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email">
            <a:extLst>
              <a:ext uri="{FF2B5EF4-FFF2-40B4-BE49-F238E27FC236}">
                <a16:creationId xmlns:a16="http://schemas.microsoft.com/office/drawing/2014/main" id="{138F62B5-B449-4B11-A146-187AE642371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047748" y="2404360"/>
            <a:ext cx="771895" cy="77189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3238945-28DA-455D-8A18-C134E4B00A96}"/>
              </a:ext>
            </a:extLst>
          </p:cNvPr>
          <p:cNvSpPr/>
          <p:nvPr/>
        </p:nvSpPr>
        <p:spPr>
          <a:xfrm>
            <a:off x="5189745" y="2496734"/>
            <a:ext cx="4455518" cy="584775"/>
          </a:xfrm>
          <a:prstGeom prst="rect">
            <a:avLst/>
          </a:prstGeom>
          <a:noFill/>
        </p:spPr>
        <p:txBody>
          <a:bodyPr wrap="square" lIns="91440" tIns="45720" rIns="91440" bIns="45720">
            <a:spAutoFit/>
          </a:bodyPr>
          <a:lstStyle/>
          <a:p>
            <a:pPr algn="ctr"/>
            <a:r>
              <a:rPr lang="en-US" sz="3200">
                <a:ln w="0"/>
                <a:effectLst>
                  <a:outerShdw blurRad="38100" dist="19050" dir="2700000" algn="tl" rotWithShape="0">
                    <a:schemeClr val="dk1">
                      <a:alpha val="40000"/>
                    </a:schemeClr>
                  </a:outerShdw>
                </a:effectLst>
              </a:rPr>
              <a:t>rwlp.french@gmail.com</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D5262004-DC27-416F-A6B3-D092BAFA958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41517" y="3348113"/>
            <a:ext cx="1071948" cy="942575"/>
          </a:xfrm>
          <a:prstGeom prst="rect">
            <a:avLst/>
          </a:prstGeom>
        </p:spPr>
      </p:pic>
      <p:sp>
        <p:nvSpPr>
          <p:cNvPr id="9" name="Rectangle 8">
            <a:extLst>
              <a:ext uri="{FF2B5EF4-FFF2-40B4-BE49-F238E27FC236}">
                <a16:creationId xmlns:a16="http://schemas.microsoft.com/office/drawing/2014/main" id="{CBD69382-82AE-460C-ABA8-EC6C30FA6209}"/>
              </a:ext>
            </a:extLst>
          </p:cNvPr>
          <p:cNvSpPr/>
          <p:nvPr/>
        </p:nvSpPr>
        <p:spPr>
          <a:xfrm>
            <a:off x="5360829" y="3431626"/>
            <a:ext cx="2354555" cy="584775"/>
          </a:xfrm>
          <a:prstGeom prst="rect">
            <a:avLst/>
          </a:prstGeom>
          <a:noFill/>
        </p:spPr>
        <p:txBody>
          <a:bodyPr wrap="none" lIns="91440" tIns="45720" rIns="91440" bIns="45720">
            <a:spAutoFit/>
          </a:bodyPr>
          <a:lstStyle/>
          <a:p>
            <a:pPr algn="ctr"/>
            <a:r>
              <a:rPr lang="en-US" sz="3200" b="0" cap="none" spc="0">
                <a:ln w="0"/>
                <a:solidFill>
                  <a:schemeClr val="tx1"/>
                </a:solidFill>
                <a:effectLst>
                  <a:outerShdw blurRad="38100" dist="19050" dir="2700000" algn="tl" rotWithShape="0">
                    <a:schemeClr val="dk1">
                      <a:alpha val="40000"/>
                    </a:schemeClr>
                  </a:outerShdw>
                </a:effectLst>
              </a:rPr>
              <a:t>@sqlbobscot</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11" name="Picture 4" descr="linkedin, social icon">
            <a:extLst>
              <a:ext uri="{FF2B5EF4-FFF2-40B4-BE49-F238E27FC236}">
                <a16:creationId xmlns:a16="http://schemas.microsoft.com/office/drawing/2014/main" id="{6D49B0B8-150E-42F5-9816-80DF34FFFED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995913" y="4465741"/>
            <a:ext cx="799042" cy="71579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34A226A-FC0F-469F-8460-4CBBB5638A14}"/>
              </a:ext>
            </a:extLst>
          </p:cNvPr>
          <p:cNvSpPr/>
          <p:nvPr/>
        </p:nvSpPr>
        <p:spPr>
          <a:xfrm>
            <a:off x="4869082" y="4462546"/>
            <a:ext cx="7164013" cy="584775"/>
          </a:xfrm>
          <a:prstGeom prst="rect">
            <a:avLst/>
          </a:prstGeom>
          <a:noFill/>
        </p:spPr>
        <p:txBody>
          <a:bodyPr wrap="none" lIns="91440" tIns="45720" rIns="91440" bIns="45720">
            <a:spAutoFit/>
          </a:bodyPr>
          <a:lstStyle/>
          <a:p>
            <a:pPr algn="ctr"/>
            <a:r>
              <a:rPr lang="en-US" sz="3200" b="0" cap="none" spc="0">
                <a:ln w="0"/>
                <a:solidFill>
                  <a:schemeClr val="tx1"/>
                </a:solidFill>
                <a:effectLst>
                  <a:outerShdw blurRad="38100" dist="19050" dir="2700000" algn="tl" rotWithShape="0">
                    <a:schemeClr val="dk1">
                      <a:alpha val="40000"/>
                    </a:schemeClr>
                  </a:outerShdw>
                </a:effectLst>
              </a:rPr>
              <a:t>https://www.linkedin.com/in/rwlpfrench/</a:t>
            </a:r>
            <a:endParaRPr lang="en-US" sz="6600" b="0" cap="none" spc="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0265AAA7-568D-45B5-B1EE-3EDF194F251C}"/>
              </a:ext>
            </a:extLst>
          </p:cNvPr>
          <p:cNvSpPr/>
          <p:nvPr/>
        </p:nvSpPr>
        <p:spPr>
          <a:xfrm>
            <a:off x="4778062" y="100480"/>
            <a:ext cx="5048498" cy="1107996"/>
          </a:xfrm>
          <a:prstGeom prst="rect">
            <a:avLst/>
          </a:prstGeom>
          <a:noFill/>
        </p:spPr>
        <p:txBody>
          <a:bodyPr wrap="none" lIns="91440" tIns="45720" rIns="91440" bIns="45720">
            <a:spAutoFit/>
          </a:bodyPr>
          <a:lstStyle/>
          <a:p>
            <a:pPr algn="ctr"/>
            <a:r>
              <a:rPr lang="en-US" sz="66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Robert French</a:t>
            </a:r>
          </a:p>
        </p:txBody>
      </p:sp>
      <p:sp>
        <p:nvSpPr>
          <p:cNvPr id="15" name="Rectangle 14">
            <a:extLst>
              <a:ext uri="{FF2B5EF4-FFF2-40B4-BE49-F238E27FC236}">
                <a16:creationId xmlns:a16="http://schemas.microsoft.com/office/drawing/2014/main" id="{B3EE74DC-EFDA-4B56-B59A-302AC635EE8A}"/>
              </a:ext>
            </a:extLst>
          </p:cNvPr>
          <p:cNvSpPr/>
          <p:nvPr/>
        </p:nvSpPr>
        <p:spPr>
          <a:xfrm>
            <a:off x="4307593" y="1188892"/>
            <a:ext cx="6738231" cy="1077218"/>
          </a:xfrm>
          <a:prstGeom prst="rect">
            <a:avLst/>
          </a:prstGeom>
          <a:noFill/>
        </p:spPr>
        <p:txBody>
          <a:bodyPr wrap="square" lIns="91440" tIns="45720" rIns="91440" bIns="45720" anchor="t">
            <a:spAutoFit/>
          </a:bodyPr>
          <a:lstStyle/>
          <a:p>
            <a:pPr algn="ctr"/>
            <a:r>
              <a:rPr lang="en-US" sz="3200" b="0" cap="none" spc="0">
                <a:ln w="0"/>
                <a:effectLst>
                  <a:outerShdw blurRad="38100" dist="19050" dir="2700000" algn="tl" rotWithShape="0">
                    <a:schemeClr val="dk1">
                      <a:alpha val="40000"/>
                    </a:schemeClr>
                  </a:outerShdw>
                </a:effectLst>
              </a:rPr>
              <a:t>Chief Power BI Nerd </a:t>
            </a:r>
            <a:r>
              <a:rPr lang="en-US" sz="3200">
                <a:ln w="0"/>
                <a:effectLst>
                  <a:outerShdw blurRad="38100" dist="19050" dir="2700000" algn="tl" rotWithShape="0">
                    <a:schemeClr val="dk1">
                      <a:alpha val="40000"/>
                    </a:schemeClr>
                  </a:outerShdw>
                </a:effectLst>
              </a:rPr>
              <a:t>with ANS Group </a:t>
            </a:r>
            <a:endParaRPr lang="en-US" sz="3200">
              <a:ln w="0"/>
              <a:effectLst>
                <a:outerShdw blurRad="38100" dist="19050" dir="2700000" algn="tl" rotWithShape="0">
                  <a:prstClr val="black">
                    <a:alpha val="40000"/>
                  </a:prstClr>
                </a:outerShdw>
              </a:effectLst>
            </a:endParaRPr>
          </a:p>
          <a:p>
            <a:pPr algn="ctr"/>
            <a:r>
              <a:rPr lang="en-US" sz="3200">
                <a:ln w="0"/>
                <a:effectLst>
                  <a:outerShdw blurRad="38100" dist="19050" dir="2700000" algn="tl" rotWithShape="0">
                    <a:schemeClr val="dk1">
                      <a:alpha val="40000"/>
                    </a:schemeClr>
                  </a:outerShdw>
                </a:effectLst>
              </a:rPr>
              <a:t>Lives in Sunny Glasgow, Scotland</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3" name="Picture 2" descr="Logo&#10;&#10;Description automatically generated">
            <a:extLst>
              <a:ext uri="{FF2B5EF4-FFF2-40B4-BE49-F238E27FC236}">
                <a16:creationId xmlns:a16="http://schemas.microsoft.com/office/drawing/2014/main" id="{07F610F0-6A5A-4642-8E01-7C12D39D1F9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939216" y="5441272"/>
            <a:ext cx="1132484" cy="942575"/>
          </a:xfrm>
          <a:prstGeom prst="rect">
            <a:avLst/>
          </a:prstGeom>
        </p:spPr>
      </p:pic>
      <p:pic>
        <p:nvPicPr>
          <p:cNvPr id="4" name="Picture 3" descr="A person with a beard smiling&#10;&#10;Description automatically generated">
            <a:extLst>
              <a:ext uri="{FF2B5EF4-FFF2-40B4-BE49-F238E27FC236}">
                <a16:creationId xmlns:a16="http://schemas.microsoft.com/office/drawing/2014/main" id="{D3FE98CA-71D2-10DA-DC50-662E9B9CDCF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719" y="1338629"/>
            <a:ext cx="3754991" cy="4279679"/>
          </a:xfrm>
          <a:prstGeom prst="rect">
            <a:avLst/>
          </a:prstGeom>
        </p:spPr>
      </p:pic>
      <p:sp>
        <p:nvSpPr>
          <p:cNvPr id="7" name="TextBox 6">
            <a:extLst>
              <a:ext uri="{FF2B5EF4-FFF2-40B4-BE49-F238E27FC236}">
                <a16:creationId xmlns:a16="http://schemas.microsoft.com/office/drawing/2014/main" id="{90E89C75-8E8D-6E03-D81D-B6087E9F5DA2}"/>
              </a:ext>
            </a:extLst>
          </p:cNvPr>
          <p:cNvSpPr txBox="1"/>
          <p:nvPr/>
        </p:nvSpPr>
        <p:spPr>
          <a:xfrm>
            <a:off x="4867422" y="5559380"/>
            <a:ext cx="4326313" cy="584775"/>
          </a:xfrm>
          <a:prstGeom prst="rect">
            <a:avLst/>
          </a:prstGeom>
          <a:noFill/>
        </p:spPr>
        <p:txBody>
          <a:bodyPr wrap="none" lIns="91440" tIns="45720" rIns="91440" bIns="45720">
            <a:spAutoFit/>
          </a:bodyPr>
          <a:lstStyle>
            <a:defPPr>
              <a:defRPr lang="en-GB"/>
            </a:defPPr>
            <a:lvl1pPr algn="ctr">
              <a:defRPr sz="3200" b="0" cap="none" spc="0">
                <a:ln w="0"/>
                <a:effectLst>
                  <a:outerShdw blurRad="38100" dist="19050" dir="2700000" algn="tl" rotWithShape="0">
                    <a:schemeClr val="dk1">
                      <a:alpha val="40000"/>
                    </a:schemeClr>
                  </a:outerShdw>
                </a:effectLst>
              </a:defRPr>
            </a:lvl1pPr>
          </a:lstStyle>
          <a:p>
            <a:r>
              <a:rPr lang="en-GB"/>
              <a:t>https://www.ans.co.uk/</a:t>
            </a:r>
          </a:p>
        </p:txBody>
      </p:sp>
    </p:spTree>
    <p:extLst>
      <p:ext uri="{BB962C8B-B14F-4D97-AF65-F5344CB8AC3E}">
        <p14:creationId xmlns:p14="http://schemas.microsoft.com/office/powerpoint/2010/main" val="1988670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dart board with a dart in the center&#10;&#10;Description automatically generated">
            <a:extLst>
              <a:ext uri="{FF2B5EF4-FFF2-40B4-BE49-F238E27FC236}">
                <a16:creationId xmlns:a16="http://schemas.microsoft.com/office/drawing/2014/main" id="{C419C77D-BB4A-AC02-066D-E59961A978F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958907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few handmade notebooks and papers&#10;&#10;Description automatically generated with medium confidence">
            <a:extLst>
              <a:ext uri="{FF2B5EF4-FFF2-40B4-BE49-F238E27FC236}">
                <a16:creationId xmlns:a16="http://schemas.microsoft.com/office/drawing/2014/main" id="{5ED2367B-3C50-6AB1-14BE-CF529BF9BA40}"/>
              </a:ext>
            </a:extLst>
          </p:cNvPr>
          <p:cNvPicPr>
            <a:picLocks noChangeAspect="1"/>
          </p:cNvPicPr>
          <p:nvPr/>
        </p:nvPicPr>
        <p:blipFill>
          <a:blip r:embed="rId3" cstate="email">
            <a:extLst>
              <a:ext uri="{28A0092B-C50C-407E-A947-70E740481C1C}">
                <a14:useLocalDpi xmlns:a14="http://schemas.microsoft.com/office/drawing/2010/main"/>
              </a:ext>
            </a:extLst>
          </a:blip>
          <a:srcRect t="11335" b="4411"/>
          <a:stretch>
            <a:fillRect/>
          </a:stretch>
        </p:blipFill>
        <p:spPr>
          <a:xfrm>
            <a:off x="20" y="1282"/>
            <a:ext cx="12191980" cy="6856718"/>
          </a:xfrm>
          <a:prstGeom prst="rect">
            <a:avLst/>
          </a:prstGeom>
        </p:spPr>
      </p:pic>
    </p:spTree>
    <p:extLst>
      <p:ext uri="{BB962C8B-B14F-4D97-AF65-F5344CB8AC3E}">
        <p14:creationId xmlns:p14="http://schemas.microsoft.com/office/powerpoint/2010/main" val="261208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B3CF0EF5-ABCE-C2D8-C782-42749C302E6E}"/>
              </a:ext>
            </a:extLst>
          </p:cNvPr>
          <p:cNvPicPr>
            <a:picLocks noChangeAspect="1"/>
          </p:cNvPicPr>
          <p:nvPr/>
        </p:nvPicPr>
        <p:blipFill>
          <a:blip r:embed="rId3" cstate="email">
            <a:extLst>
              <a:ext uri="{28A0092B-C50C-407E-A947-70E740481C1C}">
                <a14:useLocalDpi xmlns:a14="http://schemas.microsoft.com/office/drawing/2010/main"/>
              </a:ext>
            </a:extLst>
          </a:blip>
          <a:srcRect t="1318" b="14428"/>
          <a:stretch>
            <a:fillRect/>
          </a:stretch>
        </p:blipFill>
        <p:spPr>
          <a:xfrm>
            <a:off x="20" y="1282"/>
            <a:ext cx="12191980" cy="6856718"/>
          </a:xfrm>
          <a:prstGeom prst="rect">
            <a:avLst/>
          </a:prstGeom>
        </p:spPr>
      </p:pic>
    </p:spTree>
    <p:extLst>
      <p:ext uri="{BB962C8B-B14F-4D97-AF65-F5344CB8AC3E}">
        <p14:creationId xmlns:p14="http://schemas.microsoft.com/office/powerpoint/2010/main" val="633550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dictionary page with words&#10;&#10;Description automatically generated">
            <a:extLst>
              <a:ext uri="{FF2B5EF4-FFF2-40B4-BE49-F238E27FC236}">
                <a16:creationId xmlns:a16="http://schemas.microsoft.com/office/drawing/2014/main" id="{4E25233C-5212-50D1-6604-178AEE4482B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3" name="Graphic 2" descr="Badge 1 with solid fill">
            <a:extLst>
              <a:ext uri="{FF2B5EF4-FFF2-40B4-BE49-F238E27FC236}">
                <a16:creationId xmlns:a16="http://schemas.microsoft.com/office/drawing/2014/main" id="{4465D3C6-8A74-2840-1B17-170D2411C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2515513"/>
            <a:ext cx="1826973" cy="1826973"/>
          </a:xfrm>
          <a:prstGeom prst="rect">
            <a:avLst/>
          </a:prstGeom>
        </p:spPr>
      </p:pic>
    </p:spTree>
    <p:extLst>
      <p:ext uri="{BB962C8B-B14F-4D97-AF65-F5344CB8AC3E}">
        <p14:creationId xmlns:p14="http://schemas.microsoft.com/office/powerpoint/2010/main" val="4016593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Freeform: Shape 1040">
            <a:extLst>
              <a:ext uri="{FF2B5EF4-FFF2-40B4-BE49-F238E27FC236}">
                <a16:creationId xmlns:a16="http://schemas.microsoft.com/office/drawing/2014/main" id="{296BB291-4ABC-48EB-A20E-B11F249FD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7285" y="0"/>
            <a:ext cx="4134715" cy="3346705"/>
          </a:xfrm>
          <a:custGeom>
            <a:avLst/>
            <a:gdLst>
              <a:gd name="connsiteX0" fmla="*/ 1549963 w 4134715"/>
              <a:gd name="connsiteY0" fmla="*/ 0 h 3346705"/>
              <a:gd name="connsiteX1" fmla="*/ 4134715 w 4134715"/>
              <a:gd name="connsiteY1" fmla="*/ 0 h 3346705"/>
              <a:gd name="connsiteX2" fmla="*/ 4134715 w 4134715"/>
              <a:gd name="connsiteY2" fmla="*/ 3346705 h 3346705"/>
              <a:gd name="connsiteX3" fmla="*/ 0 w 4134715"/>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134715" h="3346705">
                <a:moveTo>
                  <a:pt x="1549963" y="0"/>
                </a:moveTo>
                <a:lnTo>
                  <a:pt x="4134715" y="0"/>
                </a:lnTo>
                <a:lnTo>
                  <a:pt x="4134715"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EF68680D-88C3-4223-8FF9-B7CEA07C1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8109" y="0"/>
            <a:ext cx="4903560" cy="3346705"/>
          </a:xfrm>
          <a:custGeom>
            <a:avLst/>
            <a:gdLst>
              <a:gd name="connsiteX0" fmla="*/ 1549963 w 4903560"/>
              <a:gd name="connsiteY0" fmla="*/ 0 h 3346705"/>
              <a:gd name="connsiteX1" fmla="*/ 4903560 w 4903560"/>
              <a:gd name="connsiteY1" fmla="*/ 0 h 3346705"/>
              <a:gd name="connsiteX2" fmla="*/ 3353597 w 4903560"/>
              <a:gd name="connsiteY2" fmla="*/ 3346705 h 3346705"/>
              <a:gd name="connsiteX3" fmla="*/ 0 w 4903560"/>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0" h="3346705">
                <a:moveTo>
                  <a:pt x="1549963" y="0"/>
                </a:moveTo>
                <a:lnTo>
                  <a:pt x="4903560" y="0"/>
                </a:lnTo>
                <a:lnTo>
                  <a:pt x="335359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5" name="Freeform: Shape 1044">
            <a:extLst>
              <a:ext uri="{FF2B5EF4-FFF2-40B4-BE49-F238E27FC236}">
                <a16:creationId xmlns:a16="http://schemas.microsoft.com/office/drawing/2014/main" id="{1E45451A-56A1-4D57-8530-06665AB96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882411" cy="3346705"/>
          </a:xfrm>
          <a:custGeom>
            <a:avLst/>
            <a:gdLst>
              <a:gd name="connsiteX0" fmla="*/ 0 w 5882411"/>
              <a:gd name="connsiteY0" fmla="*/ 0 h 3346705"/>
              <a:gd name="connsiteX1" fmla="*/ 5882411 w 5882411"/>
              <a:gd name="connsiteY1" fmla="*/ 0 h 3346705"/>
              <a:gd name="connsiteX2" fmla="*/ 4332447 w 5882411"/>
              <a:gd name="connsiteY2" fmla="*/ 3346705 h 3346705"/>
              <a:gd name="connsiteX3" fmla="*/ 0 w 588241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882411" h="3346705">
                <a:moveTo>
                  <a:pt x="0" y="0"/>
                </a:moveTo>
                <a:lnTo>
                  <a:pt x="5882411" y="0"/>
                </a:lnTo>
                <a:lnTo>
                  <a:pt x="433244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a:extLst>
              <a:ext uri="{FF2B5EF4-FFF2-40B4-BE49-F238E27FC236}">
                <a16:creationId xmlns:a16="http://schemas.microsoft.com/office/drawing/2014/main" id="{A2BDC3A0-FA93-4B06-C5AD-6E1D99A46C1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1468602" y="523440"/>
            <a:ext cx="1992387" cy="24827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helle Obama - Wikipedia">
            <a:extLst>
              <a:ext uri="{FF2B5EF4-FFF2-40B4-BE49-F238E27FC236}">
                <a16:creationId xmlns:a16="http://schemas.microsoft.com/office/drawing/2014/main" id="{89913108-49D7-D23F-9D8C-DC3D960D27E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6083181" y="657411"/>
            <a:ext cx="1561922" cy="234875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mma Watson - Wikipedia">
            <a:extLst>
              <a:ext uri="{FF2B5EF4-FFF2-40B4-BE49-F238E27FC236}">
                <a16:creationId xmlns:a16="http://schemas.microsoft.com/office/drawing/2014/main" id="{238570DB-C5F0-0C25-3152-0D9DD3D58C6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9713477" y="657411"/>
            <a:ext cx="1749822" cy="2348755"/>
          </a:xfrm>
          <a:prstGeom prst="rect">
            <a:avLst/>
          </a:prstGeom>
          <a:noFill/>
          <a:extLst>
            <a:ext uri="{909E8E84-426E-40DD-AFC4-6F175D3DCCD1}">
              <a14:hiddenFill xmlns:a14="http://schemas.microsoft.com/office/drawing/2010/main">
                <a:solidFill>
                  <a:srgbClr val="FFFFFF"/>
                </a:solidFill>
              </a14:hiddenFill>
            </a:ext>
          </a:extLst>
        </p:spPr>
      </p:pic>
      <p:sp>
        <p:nvSpPr>
          <p:cNvPr id="1047" name="Freeform: Shape 1046">
            <a:extLst>
              <a:ext uri="{FF2B5EF4-FFF2-40B4-BE49-F238E27FC236}">
                <a16:creationId xmlns:a16="http://schemas.microsoft.com/office/drawing/2014/main" id="{558BA547-98A0-4003-8D14-BEC8A1257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094" y="3511295"/>
            <a:ext cx="5760906" cy="3346705"/>
          </a:xfrm>
          <a:custGeom>
            <a:avLst/>
            <a:gdLst>
              <a:gd name="connsiteX0" fmla="*/ 1549964 w 5760906"/>
              <a:gd name="connsiteY0" fmla="*/ 0 h 3346705"/>
              <a:gd name="connsiteX1" fmla="*/ 5760906 w 5760906"/>
              <a:gd name="connsiteY1" fmla="*/ 0 h 3346705"/>
              <a:gd name="connsiteX2" fmla="*/ 5760906 w 5760906"/>
              <a:gd name="connsiteY2" fmla="*/ 3346705 h 3346705"/>
              <a:gd name="connsiteX3" fmla="*/ 0 w 5760906"/>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760906" h="3346705">
                <a:moveTo>
                  <a:pt x="1549964" y="0"/>
                </a:moveTo>
                <a:lnTo>
                  <a:pt x="5760906" y="0"/>
                </a:lnTo>
                <a:lnTo>
                  <a:pt x="5760906"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9" name="Freeform: Shape 1048">
            <a:extLst>
              <a:ext uri="{FF2B5EF4-FFF2-40B4-BE49-F238E27FC236}">
                <a16:creationId xmlns:a16="http://schemas.microsoft.com/office/drawing/2014/main" id="{7C498D76-5C8E-4439-9D70-BA9F56197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1917" y="3511295"/>
            <a:ext cx="4903562" cy="3346705"/>
          </a:xfrm>
          <a:custGeom>
            <a:avLst/>
            <a:gdLst>
              <a:gd name="connsiteX0" fmla="*/ 1549965 w 4903562"/>
              <a:gd name="connsiteY0" fmla="*/ 0 h 3346705"/>
              <a:gd name="connsiteX1" fmla="*/ 4903562 w 4903562"/>
              <a:gd name="connsiteY1" fmla="*/ 0 h 3346705"/>
              <a:gd name="connsiteX2" fmla="*/ 3353599 w 4903562"/>
              <a:gd name="connsiteY2" fmla="*/ 3346705 h 3346705"/>
              <a:gd name="connsiteX3" fmla="*/ 0 w 4903562"/>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2" h="3346705">
                <a:moveTo>
                  <a:pt x="1549965" y="0"/>
                </a:moveTo>
                <a:lnTo>
                  <a:pt x="4903562" y="0"/>
                </a:lnTo>
                <a:lnTo>
                  <a:pt x="3353599"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1" name="Freeform: Shape 1050">
            <a:extLst>
              <a:ext uri="{FF2B5EF4-FFF2-40B4-BE49-F238E27FC236}">
                <a16:creationId xmlns:a16="http://schemas.microsoft.com/office/drawing/2014/main" id="{F95AC789-3AB1-41E7-BF4E-6861EF948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1295"/>
            <a:ext cx="4256221" cy="3346705"/>
          </a:xfrm>
          <a:custGeom>
            <a:avLst/>
            <a:gdLst>
              <a:gd name="connsiteX0" fmla="*/ 0 w 4256221"/>
              <a:gd name="connsiteY0" fmla="*/ 0 h 3346705"/>
              <a:gd name="connsiteX1" fmla="*/ 4256221 w 4256221"/>
              <a:gd name="connsiteY1" fmla="*/ 0 h 3346705"/>
              <a:gd name="connsiteX2" fmla="*/ 2706257 w 4256221"/>
              <a:gd name="connsiteY2" fmla="*/ 3346705 h 3346705"/>
              <a:gd name="connsiteX3" fmla="*/ 0 w 425622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256221" h="3346705">
                <a:moveTo>
                  <a:pt x="0" y="0"/>
                </a:moveTo>
                <a:lnTo>
                  <a:pt x="4256221" y="0"/>
                </a:lnTo>
                <a:lnTo>
                  <a:pt x="270625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34" name="Picture 10" descr="Natalie Portman - Wikipedia">
            <a:extLst>
              <a:ext uri="{FF2B5EF4-FFF2-40B4-BE49-F238E27FC236}">
                <a16:creationId xmlns:a16="http://schemas.microsoft.com/office/drawing/2014/main" id="{96488490-96AF-5C9A-7A05-4F81ED563AF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tretch>
            <a:fillRect/>
          </a:stretch>
        </p:blipFill>
        <p:spPr bwMode="auto">
          <a:xfrm>
            <a:off x="976393" y="3971864"/>
            <a:ext cx="1516309" cy="2120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avid Tennant - Wikipedia">
            <a:extLst>
              <a:ext uri="{FF2B5EF4-FFF2-40B4-BE49-F238E27FC236}">
                <a16:creationId xmlns:a16="http://schemas.microsoft.com/office/drawing/2014/main" id="{DAB63AFE-5C9F-3E57-897B-4C7A62A5EE9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tretch>
            <a:fillRect/>
          </a:stretch>
        </p:blipFill>
        <p:spPr bwMode="auto">
          <a:xfrm>
            <a:off x="4695134" y="3971863"/>
            <a:ext cx="1415575" cy="21207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83B43B6-8682-B1A5-C31C-3450E617D0F4}"/>
              </a:ext>
            </a:extLst>
          </p:cNvPr>
          <p:cNvPicPr>
            <a:picLocks noChangeAspect="1" noChangeArrowheads="1"/>
          </p:cNvPicPr>
          <p:nvPr/>
        </p:nvPicPr>
        <p:blipFill>
          <a:blip r:embed="rId8" cstate="email">
            <a:extLst>
              <a:ext uri="{28A0092B-C50C-407E-A947-70E740481C1C}">
                <a14:useLocalDpi xmlns:a14="http://schemas.microsoft.com/office/drawing/2010/main"/>
              </a:ext>
            </a:extLst>
          </a:blip>
          <a:stretch>
            <a:fillRect/>
          </a:stretch>
        </p:blipFill>
        <p:spPr bwMode="auto">
          <a:xfrm>
            <a:off x="8815517" y="3971864"/>
            <a:ext cx="2161087" cy="2290236"/>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Badge with solid fill">
            <a:extLst>
              <a:ext uri="{FF2B5EF4-FFF2-40B4-BE49-F238E27FC236}">
                <a16:creationId xmlns:a16="http://schemas.microsoft.com/office/drawing/2014/main" id="{CA3DE82D-612C-88E4-AF19-3EBD0833DFA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98" y="5793638"/>
            <a:ext cx="1064362" cy="1064362"/>
          </a:xfrm>
          <a:prstGeom prst="rect">
            <a:avLst/>
          </a:prstGeom>
        </p:spPr>
      </p:pic>
    </p:spTree>
    <p:extLst>
      <p:ext uri="{BB962C8B-B14F-4D97-AF65-F5344CB8AC3E}">
        <p14:creationId xmlns:p14="http://schemas.microsoft.com/office/powerpoint/2010/main" val="3791178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standing in a muddy puddle&#10;&#10;Description automatically generated">
            <a:extLst>
              <a:ext uri="{FF2B5EF4-FFF2-40B4-BE49-F238E27FC236}">
                <a16:creationId xmlns:a16="http://schemas.microsoft.com/office/drawing/2014/main" id="{923860DB-C991-6B7D-CBCF-344899572A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3 with solid fill">
            <a:extLst>
              <a:ext uri="{FF2B5EF4-FFF2-40B4-BE49-F238E27FC236}">
                <a16:creationId xmlns:a16="http://schemas.microsoft.com/office/drawing/2014/main" id="{53164C19-9421-C9A1-AA61-C42C3911B1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 y="5493715"/>
            <a:ext cx="1363003" cy="1363003"/>
          </a:xfrm>
          <a:prstGeom prst="rect">
            <a:avLst/>
          </a:prstGeom>
        </p:spPr>
      </p:pic>
    </p:spTree>
    <p:extLst>
      <p:ext uri="{BB962C8B-B14F-4D97-AF65-F5344CB8AC3E}">
        <p14:creationId xmlns:p14="http://schemas.microsoft.com/office/powerpoint/2010/main" val="865543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air of hands wearing boxing gloves&#10;&#10;Description automatically generated">
            <a:extLst>
              <a:ext uri="{FF2B5EF4-FFF2-40B4-BE49-F238E27FC236}">
                <a16:creationId xmlns:a16="http://schemas.microsoft.com/office/drawing/2014/main" id="{BB857C1D-9AD2-77F4-5AE0-547F7204912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4 with solid fill">
            <a:extLst>
              <a:ext uri="{FF2B5EF4-FFF2-40B4-BE49-F238E27FC236}">
                <a16:creationId xmlns:a16="http://schemas.microsoft.com/office/drawing/2014/main" id="{DB695307-6162-C669-ABBD-D3A367D665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5362042"/>
            <a:ext cx="1494676" cy="1494676"/>
          </a:xfrm>
          <a:prstGeom prst="rect">
            <a:avLst/>
          </a:prstGeom>
        </p:spPr>
      </p:pic>
    </p:spTree>
    <p:extLst>
      <p:ext uri="{BB962C8B-B14F-4D97-AF65-F5344CB8AC3E}">
        <p14:creationId xmlns:p14="http://schemas.microsoft.com/office/powerpoint/2010/main" val="346017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F7D5A-F148-5C19-A809-C4AB2BEA8F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752D80-556B-199B-9CD0-42489F3625F2}"/>
              </a:ext>
            </a:extLst>
          </p:cNvPr>
          <p:cNvSpPr txBox="1"/>
          <p:nvPr/>
        </p:nvSpPr>
        <p:spPr>
          <a:xfrm>
            <a:off x="0" y="2497976"/>
            <a:ext cx="12192000" cy="1862048"/>
          </a:xfrm>
          <a:prstGeom prst="rect">
            <a:avLst/>
          </a:prstGeom>
          <a:noFill/>
        </p:spPr>
        <p:txBody>
          <a:bodyPr wrap="square">
            <a:spAutoFit/>
          </a:bodyPr>
          <a:lstStyle/>
          <a:p>
            <a:pPr algn="ctr"/>
            <a:r>
              <a:rPr lang="en-GB" sz="11500">
                <a:solidFill>
                  <a:srgbClr val="0070C0"/>
                </a:solidFill>
              </a:rPr>
              <a:t>Compliments</a:t>
            </a:r>
          </a:p>
        </p:txBody>
      </p:sp>
      <p:pic>
        <p:nvPicPr>
          <p:cNvPr id="4" name="Graphic 3" descr="Badge 5 with solid fill">
            <a:extLst>
              <a:ext uri="{FF2B5EF4-FFF2-40B4-BE49-F238E27FC236}">
                <a16:creationId xmlns:a16="http://schemas.microsoft.com/office/drawing/2014/main" id="{44B3A1FA-B516-72E7-4FAA-FD9F142A97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2866338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F3A7C9-05D7-F7C6-C28B-15FCFF8D1AB8}"/>
              </a:ext>
            </a:extLst>
          </p:cNvPr>
          <p:cNvSpPr/>
          <p:nvPr/>
        </p:nvSpPr>
        <p:spPr>
          <a:xfrm>
            <a:off x="3872029" y="2967335"/>
            <a:ext cx="4447949" cy="923330"/>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Find out more</a:t>
            </a:r>
          </a:p>
        </p:txBody>
      </p:sp>
    </p:spTree>
    <p:extLst>
      <p:ext uri="{BB962C8B-B14F-4D97-AF65-F5344CB8AC3E}">
        <p14:creationId xmlns:p14="http://schemas.microsoft.com/office/powerpoint/2010/main" val="253805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5B510E07-E1FA-A56F-153A-8195302A3EAA}"/>
              </a:ext>
            </a:extLst>
          </p:cNvPr>
          <p:cNvPicPr>
            <a:picLocks noChangeAspect="1"/>
          </p:cNvPicPr>
          <p:nvPr/>
        </p:nvPicPr>
        <p:blipFill>
          <a:blip r:embed="rId3" cstate="email">
            <a:extLst>
              <a:ext uri="{28A0092B-C50C-407E-A947-70E740481C1C}">
                <a14:useLocalDpi xmlns:a14="http://schemas.microsoft.com/office/drawing/2010/main"/>
              </a:ext>
            </a:extLst>
          </a:blip>
          <a:srcRect t="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1152892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ctionary page with words&#10;&#10;Description automatically generated">
            <a:extLst>
              <a:ext uri="{FF2B5EF4-FFF2-40B4-BE49-F238E27FC236}">
                <a16:creationId xmlns:a16="http://schemas.microsoft.com/office/drawing/2014/main" id="{4E25233C-5212-50D1-6604-178AEE4482B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3" name="Graphic 2" descr="Badge 1 with solid fill">
            <a:extLst>
              <a:ext uri="{FF2B5EF4-FFF2-40B4-BE49-F238E27FC236}">
                <a16:creationId xmlns:a16="http://schemas.microsoft.com/office/drawing/2014/main" id="{4465D3C6-8A74-2840-1B17-170D2411C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2515513"/>
            <a:ext cx="1826973" cy="1826973"/>
          </a:xfrm>
          <a:prstGeom prst="rect">
            <a:avLst/>
          </a:prstGeom>
        </p:spPr>
      </p:pic>
    </p:spTree>
    <p:extLst>
      <p:ext uri="{BB962C8B-B14F-4D97-AF65-F5344CB8AC3E}">
        <p14:creationId xmlns:p14="http://schemas.microsoft.com/office/powerpoint/2010/main" val="2207424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85AE87-D92E-64FF-E7B9-FEC46FCDBBE1}"/>
              </a:ext>
            </a:extLst>
          </p:cNvPr>
          <p:cNvSpPr txBox="1"/>
          <p:nvPr/>
        </p:nvSpPr>
        <p:spPr>
          <a:xfrm>
            <a:off x="2631339" y="1905506"/>
            <a:ext cx="6929322" cy="3046988"/>
          </a:xfrm>
          <a:prstGeom prst="rect">
            <a:avLst/>
          </a:prstGeom>
          <a:noFill/>
        </p:spPr>
        <p:txBody>
          <a:bodyPr wrap="square">
            <a:spAutoFit/>
          </a:bodyPr>
          <a:lstStyle/>
          <a:p>
            <a:r>
              <a:rPr lang="en-GB" sz="4800">
                <a:solidFill>
                  <a:srgbClr val="0070C0"/>
                </a:solidFill>
                <a:effectLst/>
              </a:rPr>
              <a:t>Also know as </a:t>
            </a:r>
          </a:p>
          <a:p>
            <a:pPr marL="285750" indent="-285750">
              <a:buFont typeface="Arial" panose="020B0604020202020204" pitchFamily="34" charset="0"/>
              <a:buChar char="•"/>
            </a:pPr>
            <a:r>
              <a:rPr lang="en-GB" sz="4800" err="1">
                <a:solidFill>
                  <a:srgbClr val="0070C0"/>
                </a:solidFill>
                <a:effectLst/>
              </a:rPr>
              <a:t>Impostorism</a:t>
            </a:r>
            <a:endParaRPr lang="en-GB" sz="4800">
              <a:solidFill>
                <a:srgbClr val="0070C0"/>
              </a:solidFill>
            </a:endParaRPr>
          </a:p>
          <a:p>
            <a:pPr marL="285750" indent="-285750">
              <a:buFont typeface="Arial" panose="020B0604020202020204" pitchFamily="34" charset="0"/>
              <a:buChar char="•"/>
            </a:pPr>
            <a:r>
              <a:rPr lang="en-GB" sz="4800">
                <a:solidFill>
                  <a:srgbClr val="0070C0"/>
                </a:solidFill>
                <a:effectLst/>
              </a:rPr>
              <a:t>Impostor Phenomenon</a:t>
            </a:r>
          </a:p>
          <a:p>
            <a:pPr marL="285750" indent="-285750">
              <a:buFont typeface="Arial" panose="020B0604020202020204" pitchFamily="34" charset="0"/>
              <a:buChar char="•"/>
            </a:pPr>
            <a:r>
              <a:rPr lang="en-GB" sz="4800">
                <a:solidFill>
                  <a:srgbClr val="0070C0"/>
                </a:solidFill>
                <a:effectLst/>
              </a:rPr>
              <a:t>Fraud Syndrome</a:t>
            </a:r>
            <a:endParaRPr lang="en-GB" sz="4800">
              <a:solidFill>
                <a:srgbClr val="0070C0"/>
              </a:solidFill>
            </a:endParaRPr>
          </a:p>
        </p:txBody>
      </p:sp>
    </p:spTree>
    <p:extLst>
      <p:ext uri="{BB962C8B-B14F-4D97-AF65-F5344CB8AC3E}">
        <p14:creationId xmlns:p14="http://schemas.microsoft.com/office/powerpoint/2010/main" val="1692652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people sitting at a table&#10;&#10;Description automatically generated">
            <a:extLst>
              <a:ext uri="{FF2B5EF4-FFF2-40B4-BE49-F238E27FC236}">
                <a16:creationId xmlns:a16="http://schemas.microsoft.com/office/drawing/2014/main" id="{73F5AB66-68F9-A21F-957C-B85797F96AF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5492862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9090BF7-9F3A-FAE6-7799-53799EBDEC54}"/>
              </a:ext>
            </a:extLst>
          </p:cNvPr>
          <p:cNvPicPr>
            <a:picLocks noChangeAspect="1"/>
          </p:cNvPicPr>
          <p:nvPr/>
        </p:nvPicPr>
        <p:blipFill>
          <a:blip r:embed="rId3" cstate="email">
            <a:extLst>
              <a:ext uri="{28A0092B-C50C-407E-A947-70E740481C1C}">
                <a14:useLocalDpi xmlns:a14="http://schemas.microsoft.com/office/drawing/2010/main"/>
              </a:ext>
            </a:extLst>
          </a:blip>
          <a:srcRect t="677" b="14753"/>
          <a:stretch>
            <a:fillRect/>
          </a:stretch>
        </p:blipFill>
        <p:spPr>
          <a:xfrm>
            <a:off x="20" y="1282"/>
            <a:ext cx="12191980" cy="6856718"/>
          </a:xfrm>
          <a:prstGeom prst="rect">
            <a:avLst/>
          </a:prstGeom>
        </p:spPr>
      </p:pic>
    </p:spTree>
    <p:extLst>
      <p:ext uri="{BB962C8B-B14F-4D97-AF65-F5344CB8AC3E}">
        <p14:creationId xmlns:p14="http://schemas.microsoft.com/office/powerpoint/2010/main" val="3955572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A5D1BA22-B032-3684-927D-BFE163C2BE52}"/>
              </a:ext>
            </a:extLst>
          </p:cNvPr>
          <p:cNvPicPr>
            <a:picLocks noChangeAspect="1"/>
          </p:cNvPicPr>
          <p:nvPr/>
        </p:nvPicPr>
        <p:blipFill>
          <a:blip r:embed="rId3" cstate="email">
            <a:extLst>
              <a:ext uri="{28A0092B-C50C-407E-A947-70E740481C1C}">
                <a14:useLocalDpi xmlns:a14="http://schemas.microsoft.com/office/drawing/2010/main"/>
              </a:ext>
            </a:extLst>
          </a:blip>
          <a:srcRect t="10157" b="5589"/>
          <a:stretch>
            <a:fillRect/>
          </a:stretch>
        </p:blipFill>
        <p:spPr>
          <a:xfrm>
            <a:off x="20" y="1282"/>
            <a:ext cx="12191980" cy="6856718"/>
          </a:xfrm>
          <a:prstGeom prst="rect">
            <a:avLst/>
          </a:prstGeom>
        </p:spPr>
      </p:pic>
    </p:spTree>
    <p:extLst>
      <p:ext uri="{BB962C8B-B14F-4D97-AF65-F5344CB8AC3E}">
        <p14:creationId xmlns:p14="http://schemas.microsoft.com/office/powerpoint/2010/main" val="3230956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paper clips forming the word yol&#10;&#10;Description automatically generated">
            <a:extLst>
              <a:ext uri="{FF2B5EF4-FFF2-40B4-BE49-F238E27FC236}">
                <a16:creationId xmlns:a16="http://schemas.microsoft.com/office/drawing/2014/main" id="{4EED0941-2C83-ECE6-8374-9AF4281D63A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384822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taking a selfie&#10;&#10;Description automatically generated">
            <a:extLst>
              <a:ext uri="{FF2B5EF4-FFF2-40B4-BE49-F238E27FC236}">
                <a16:creationId xmlns:a16="http://schemas.microsoft.com/office/drawing/2014/main" id="{4F9A8816-2415-5029-79B0-F159A3D9897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376187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nk note with black text&#10;&#10;Description automatically generated">
            <a:extLst>
              <a:ext uri="{FF2B5EF4-FFF2-40B4-BE49-F238E27FC236}">
                <a16:creationId xmlns:a16="http://schemas.microsoft.com/office/drawing/2014/main" id="{EFF62F59-C7E9-9FCB-F5B5-F42FABAD7A1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52500" y="0"/>
            <a:ext cx="10287000" cy="6858000"/>
          </a:xfrm>
          <a:prstGeom prst="rect">
            <a:avLst/>
          </a:prstGeom>
        </p:spPr>
      </p:pic>
      <p:sp>
        <p:nvSpPr>
          <p:cNvPr id="4" name="Rectangle 3">
            <a:extLst>
              <a:ext uri="{FF2B5EF4-FFF2-40B4-BE49-F238E27FC236}">
                <a16:creationId xmlns:a16="http://schemas.microsoft.com/office/drawing/2014/main" id="{11AAB9CA-6DCC-9A29-927A-CD7BA825B007}"/>
              </a:ext>
            </a:extLst>
          </p:cNvPr>
          <p:cNvSpPr/>
          <p:nvPr/>
        </p:nvSpPr>
        <p:spPr>
          <a:xfrm>
            <a:off x="0" y="5750004"/>
            <a:ext cx="12192000" cy="1107996"/>
          </a:xfrm>
          <a:prstGeom prst="rect">
            <a:avLst/>
          </a:prstGeom>
          <a:noFill/>
        </p:spPr>
        <p:txBody>
          <a:bodyPr wrap="square" lIns="91440" tIns="45720" rIns="91440" bIns="45720">
            <a:spAutoFit/>
          </a:bodyPr>
          <a:lstStyle/>
          <a:p>
            <a:pPr algn="ctr"/>
            <a:r>
              <a:rPr lang="en-GB" sz="6600" b="1">
                <a:solidFill>
                  <a:srgbClr val="0070C0"/>
                </a:solidFill>
                <a:effectLst/>
              </a:rPr>
              <a:t>The Perfectionist</a:t>
            </a:r>
          </a:p>
        </p:txBody>
      </p:sp>
    </p:spTree>
    <p:extLst>
      <p:ext uri="{BB962C8B-B14F-4D97-AF65-F5344CB8AC3E}">
        <p14:creationId xmlns:p14="http://schemas.microsoft.com/office/powerpoint/2010/main" val="39199942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ake with a cartoon character on top&#10;&#10;Description automatically generated">
            <a:extLst>
              <a:ext uri="{FF2B5EF4-FFF2-40B4-BE49-F238E27FC236}">
                <a16:creationId xmlns:a16="http://schemas.microsoft.com/office/drawing/2014/main" id="{6EB965F6-2067-54EF-AA7C-C950452D159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8EFA4955-F87B-7414-9C37-346D923C2066}"/>
              </a:ext>
            </a:extLst>
          </p:cNvPr>
          <p:cNvSpPr/>
          <p:nvPr/>
        </p:nvSpPr>
        <p:spPr>
          <a:xfrm>
            <a:off x="0" y="5750004"/>
            <a:ext cx="12192000" cy="1107996"/>
          </a:xfrm>
          <a:prstGeom prst="rect">
            <a:avLst/>
          </a:prstGeom>
          <a:noFill/>
        </p:spPr>
        <p:txBody>
          <a:bodyPr wrap="square" lIns="91440" tIns="45720" rIns="91440" bIns="45720">
            <a:spAutoFit/>
          </a:bodyPr>
          <a:lstStyle/>
          <a:p>
            <a:pPr algn="ctr"/>
            <a:r>
              <a:rPr lang="en-GB" sz="6600" b="1">
                <a:solidFill>
                  <a:srgbClr val="0070C0"/>
                </a:solidFill>
              </a:rPr>
              <a:t>Superwoman or Superman</a:t>
            </a:r>
            <a:endParaRPr lang="en-GB" sz="6600" b="1">
              <a:solidFill>
                <a:srgbClr val="0070C0"/>
              </a:solidFill>
              <a:effectLst/>
            </a:endParaRPr>
          </a:p>
        </p:txBody>
      </p:sp>
    </p:spTree>
    <p:extLst>
      <p:ext uri="{BB962C8B-B14F-4D97-AF65-F5344CB8AC3E}">
        <p14:creationId xmlns:p14="http://schemas.microsoft.com/office/powerpoint/2010/main" val="2637312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lose up of a toy&#10;&#10;Description automatically generated">
            <a:extLst>
              <a:ext uri="{FF2B5EF4-FFF2-40B4-BE49-F238E27FC236}">
                <a16:creationId xmlns:a16="http://schemas.microsoft.com/office/drawing/2014/main" id="{CA9B5549-A4AE-0405-2B59-0157E519D0B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504" y="1282"/>
            <a:ext cx="12191980" cy="6856718"/>
          </a:xfrm>
          <a:prstGeom prst="rect">
            <a:avLst/>
          </a:prstGeom>
        </p:spPr>
      </p:pic>
      <p:sp>
        <p:nvSpPr>
          <p:cNvPr id="5" name="Rectangle 4">
            <a:extLst>
              <a:ext uri="{FF2B5EF4-FFF2-40B4-BE49-F238E27FC236}">
                <a16:creationId xmlns:a16="http://schemas.microsoft.com/office/drawing/2014/main" id="{18B3D4CE-C019-CFBC-0861-9DBAC0E3DB7E}"/>
              </a:ext>
            </a:extLst>
          </p:cNvPr>
          <p:cNvSpPr/>
          <p:nvPr/>
        </p:nvSpPr>
        <p:spPr>
          <a:xfrm>
            <a:off x="0" y="5750004"/>
            <a:ext cx="12192000" cy="110799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600" b="1">
                <a:solidFill>
                  <a:srgbClr val="0070C0"/>
                </a:solidFill>
              </a:rPr>
              <a:t>The Natural Genius</a:t>
            </a:r>
          </a:p>
        </p:txBody>
      </p:sp>
    </p:spTree>
    <p:extLst>
      <p:ext uri="{BB962C8B-B14F-4D97-AF65-F5344CB8AC3E}">
        <p14:creationId xmlns:p14="http://schemas.microsoft.com/office/powerpoint/2010/main" val="2273323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standing on a snowy mountain&#10;&#10;Description automatically generated">
            <a:extLst>
              <a:ext uri="{FF2B5EF4-FFF2-40B4-BE49-F238E27FC236}">
                <a16:creationId xmlns:a16="http://schemas.microsoft.com/office/drawing/2014/main" id="{25CBD47D-6E9B-54FD-F4B1-F42667F84BF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504" y="1282"/>
            <a:ext cx="12191980" cy="6856718"/>
          </a:xfrm>
          <a:prstGeom prst="rect">
            <a:avLst/>
          </a:prstGeom>
        </p:spPr>
      </p:pic>
      <p:sp>
        <p:nvSpPr>
          <p:cNvPr id="4" name="Rectangle 3">
            <a:extLst>
              <a:ext uri="{FF2B5EF4-FFF2-40B4-BE49-F238E27FC236}">
                <a16:creationId xmlns:a16="http://schemas.microsoft.com/office/drawing/2014/main" id="{FDB95C95-F2FB-1FEF-D05C-E317D5A74A97}"/>
              </a:ext>
            </a:extLst>
          </p:cNvPr>
          <p:cNvSpPr/>
          <p:nvPr/>
        </p:nvSpPr>
        <p:spPr>
          <a:xfrm>
            <a:off x="0" y="0"/>
            <a:ext cx="12287078" cy="110799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600" b="1">
                <a:solidFill>
                  <a:srgbClr val="0070C0"/>
                </a:solidFill>
              </a:rPr>
              <a:t>The Soloist</a:t>
            </a:r>
          </a:p>
        </p:txBody>
      </p:sp>
    </p:spTree>
    <p:extLst>
      <p:ext uri="{BB962C8B-B14F-4D97-AF65-F5344CB8AC3E}">
        <p14:creationId xmlns:p14="http://schemas.microsoft.com/office/powerpoint/2010/main" val="27129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erson reading a book and holding a coffee mug&#10;&#10;Description automatically generated">
            <a:extLst>
              <a:ext uri="{FF2B5EF4-FFF2-40B4-BE49-F238E27FC236}">
                <a16:creationId xmlns:a16="http://schemas.microsoft.com/office/drawing/2014/main" id="{E07FC59A-512A-3854-0860-20718E6A7EBE}"/>
              </a:ext>
            </a:extLst>
          </p:cNvPr>
          <p:cNvPicPr>
            <a:picLocks noChangeAspect="1"/>
          </p:cNvPicPr>
          <p:nvPr/>
        </p:nvPicPr>
        <p:blipFill>
          <a:blip r:embed="rId3" cstate="email">
            <a:alphaModFix amt="50000"/>
            <a:extLst>
              <a:ext uri="{28A0092B-C50C-407E-A947-70E740481C1C}">
                <a14:useLocalDpi xmlns:a14="http://schemas.microsoft.com/office/drawing/2010/main"/>
              </a:ext>
            </a:extLst>
          </a:blip>
          <a:srcRect/>
          <a:stretch/>
        </p:blipFill>
        <p:spPr>
          <a:xfrm>
            <a:off x="20" y="1"/>
            <a:ext cx="12191980" cy="6857999"/>
          </a:xfrm>
          <a:prstGeom prst="rect">
            <a:avLst/>
          </a:prstGeom>
        </p:spPr>
      </p:pic>
      <p:sp>
        <p:nvSpPr>
          <p:cNvPr id="4" name="Rectangle 3">
            <a:extLst>
              <a:ext uri="{FF2B5EF4-FFF2-40B4-BE49-F238E27FC236}">
                <a16:creationId xmlns:a16="http://schemas.microsoft.com/office/drawing/2014/main" id="{871E97A2-0A43-A4B9-EDD5-32225630166C}"/>
              </a:ext>
            </a:extLst>
          </p:cNvPr>
          <p:cNvSpPr/>
          <p:nvPr/>
        </p:nvSpPr>
        <p:spPr>
          <a:xfrm>
            <a:off x="1524000" y="1122362"/>
            <a:ext cx="9144000" cy="2900518"/>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lang="en-US" sz="6000" b="1">
                <a:solidFill>
                  <a:srgbClr val="FFFFFF"/>
                </a:solidFill>
                <a:latin typeface="+mj-lt"/>
                <a:ea typeface="+mj-ea"/>
                <a:cs typeface="+mj-cs"/>
              </a:rPr>
              <a:t>The Expert</a:t>
            </a:r>
          </a:p>
        </p:txBody>
      </p:sp>
    </p:spTree>
    <p:extLst>
      <p:ext uri="{BB962C8B-B14F-4D97-AF65-F5344CB8AC3E}">
        <p14:creationId xmlns:p14="http://schemas.microsoft.com/office/powerpoint/2010/main" val="2443506536"/>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taking a selfie&#10;&#10;Description automatically generated">
            <a:extLst>
              <a:ext uri="{FF2B5EF4-FFF2-40B4-BE49-F238E27FC236}">
                <a16:creationId xmlns:a16="http://schemas.microsoft.com/office/drawing/2014/main" id="{4F9A8816-2415-5029-79B0-F159A3D9897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40687226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mic strip of a person and person&#10;&#10;Description automatically generated">
            <a:extLst>
              <a:ext uri="{FF2B5EF4-FFF2-40B4-BE49-F238E27FC236}">
                <a16:creationId xmlns:a16="http://schemas.microsoft.com/office/drawing/2014/main" id="{644E3E4E-3E81-7F6E-FF68-7C5C43BF76B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77363" y="10363"/>
            <a:ext cx="6847209" cy="6847209"/>
          </a:xfrm>
          <a:prstGeom prst="rect">
            <a:avLst/>
          </a:prstGeom>
        </p:spPr>
      </p:pic>
    </p:spTree>
    <p:extLst>
      <p:ext uri="{BB962C8B-B14F-4D97-AF65-F5344CB8AC3E}">
        <p14:creationId xmlns:p14="http://schemas.microsoft.com/office/powerpoint/2010/main" val="1092674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Freeform: Shape 1040">
            <a:extLst>
              <a:ext uri="{FF2B5EF4-FFF2-40B4-BE49-F238E27FC236}">
                <a16:creationId xmlns:a16="http://schemas.microsoft.com/office/drawing/2014/main" id="{296BB291-4ABC-48EB-A20E-B11F249FD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7285" y="0"/>
            <a:ext cx="4134715" cy="3346705"/>
          </a:xfrm>
          <a:custGeom>
            <a:avLst/>
            <a:gdLst>
              <a:gd name="connsiteX0" fmla="*/ 1549963 w 4134715"/>
              <a:gd name="connsiteY0" fmla="*/ 0 h 3346705"/>
              <a:gd name="connsiteX1" fmla="*/ 4134715 w 4134715"/>
              <a:gd name="connsiteY1" fmla="*/ 0 h 3346705"/>
              <a:gd name="connsiteX2" fmla="*/ 4134715 w 4134715"/>
              <a:gd name="connsiteY2" fmla="*/ 3346705 h 3346705"/>
              <a:gd name="connsiteX3" fmla="*/ 0 w 4134715"/>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134715" h="3346705">
                <a:moveTo>
                  <a:pt x="1549963" y="0"/>
                </a:moveTo>
                <a:lnTo>
                  <a:pt x="4134715" y="0"/>
                </a:lnTo>
                <a:lnTo>
                  <a:pt x="4134715"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EF68680D-88C3-4223-8FF9-B7CEA07C1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8109" y="0"/>
            <a:ext cx="4903560" cy="3346705"/>
          </a:xfrm>
          <a:custGeom>
            <a:avLst/>
            <a:gdLst>
              <a:gd name="connsiteX0" fmla="*/ 1549963 w 4903560"/>
              <a:gd name="connsiteY0" fmla="*/ 0 h 3346705"/>
              <a:gd name="connsiteX1" fmla="*/ 4903560 w 4903560"/>
              <a:gd name="connsiteY1" fmla="*/ 0 h 3346705"/>
              <a:gd name="connsiteX2" fmla="*/ 3353597 w 4903560"/>
              <a:gd name="connsiteY2" fmla="*/ 3346705 h 3346705"/>
              <a:gd name="connsiteX3" fmla="*/ 0 w 4903560"/>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0" h="3346705">
                <a:moveTo>
                  <a:pt x="1549963" y="0"/>
                </a:moveTo>
                <a:lnTo>
                  <a:pt x="4903560" y="0"/>
                </a:lnTo>
                <a:lnTo>
                  <a:pt x="335359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5" name="Freeform: Shape 1044">
            <a:extLst>
              <a:ext uri="{FF2B5EF4-FFF2-40B4-BE49-F238E27FC236}">
                <a16:creationId xmlns:a16="http://schemas.microsoft.com/office/drawing/2014/main" id="{1E45451A-56A1-4D57-8530-06665AB96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882411" cy="3346705"/>
          </a:xfrm>
          <a:custGeom>
            <a:avLst/>
            <a:gdLst>
              <a:gd name="connsiteX0" fmla="*/ 0 w 5882411"/>
              <a:gd name="connsiteY0" fmla="*/ 0 h 3346705"/>
              <a:gd name="connsiteX1" fmla="*/ 5882411 w 5882411"/>
              <a:gd name="connsiteY1" fmla="*/ 0 h 3346705"/>
              <a:gd name="connsiteX2" fmla="*/ 4332447 w 5882411"/>
              <a:gd name="connsiteY2" fmla="*/ 3346705 h 3346705"/>
              <a:gd name="connsiteX3" fmla="*/ 0 w 588241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882411" h="3346705">
                <a:moveTo>
                  <a:pt x="0" y="0"/>
                </a:moveTo>
                <a:lnTo>
                  <a:pt x="5882411" y="0"/>
                </a:lnTo>
                <a:lnTo>
                  <a:pt x="433244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a:extLst>
              <a:ext uri="{FF2B5EF4-FFF2-40B4-BE49-F238E27FC236}">
                <a16:creationId xmlns:a16="http://schemas.microsoft.com/office/drawing/2014/main" id="{A2BDC3A0-FA93-4B06-C5AD-6E1D99A46C19}"/>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1468602" y="523440"/>
            <a:ext cx="1992387" cy="24827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helle Obama - Wikipedia">
            <a:extLst>
              <a:ext uri="{FF2B5EF4-FFF2-40B4-BE49-F238E27FC236}">
                <a16:creationId xmlns:a16="http://schemas.microsoft.com/office/drawing/2014/main" id="{89913108-49D7-D23F-9D8C-DC3D960D27E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6083181" y="657411"/>
            <a:ext cx="1561922" cy="234875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mma Watson - Wikipedia">
            <a:extLst>
              <a:ext uri="{FF2B5EF4-FFF2-40B4-BE49-F238E27FC236}">
                <a16:creationId xmlns:a16="http://schemas.microsoft.com/office/drawing/2014/main" id="{238570DB-C5F0-0C25-3152-0D9DD3D58C6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9713477" y="657411"/>
            <a:ext cx="1749822" cy="2348755"/>
          </a:xfrm>
          <a:prstGeom prst="rect">
            <a:avLst/>
          </a:prstGeom>
          <a:noFill/>
          <a:extLst>
            <a:ext uri="{909E8E84-426E-40DD-AFC4-6F175D3DCCD1}">
              <a14:hiddenFill xmlns:a14="http://schemas.microsoft.com/office/drawing/2010/main">
                <a:solidFill>
                  <a:srgbClr val="FFFFFF"/>
                </a:solidFill>
              </a14:hiddenFill>
            </a:ext>
          </a:extLst>
        </p:spPr>
      </p:pic>
      <p:sp>
        <p:nvSpPr>
          <p:cNvPr id="1047" name="Freeform: Shape 1046">
            <a:extLst>
              <a:ext uri="{FF2B5EF4-FFF2-40B4-BE49-F238E27FC236}">
                <a16:creationId xmlns:a16="http://schemas.microsoft.com/office/drawing/2014/main" id="{558BA547-98A0-4003-8D14-BEC8A1257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094" y="3511295"/>
            <a:ext cx="5760906" cy="3346705"/>
          </a:xfrm>
          <a:custGeom>
            <a:avLst/>
            <a:gdLst>
              <a:gd name="connsiteX0" fmla="*/ 1549964 w 5760906"/>
              <a:gd name="connsiteY0" fmla="*/ 0 h 3346705"/>
              <a:gd name="connsiteX1" fmla="*/ 5760906 w 5760906"/>
              <a:gd name="connsiteY1" fmla="*/ 0 h 3346705"/>
              <a:gd name="connsiteX2" fmla="*/ 5760906 w 5760906"/>
              <a:gd name="connsiteY2" fmla="*/ 3346705 h 3346705"/>
              <a:gd name="connsiteX3" fmla="*/ 0 w 5760906"/>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760906" h="3346705">
                <a:moveTo>
                  <a:pt x="1549964" y="0"/>
                </a:moveTo>
                <a:lnTo>
                  <a:pt x="5760906" y="0"/>
                </a:lnTo>
                <a:lnTo>
                  <a:pt x="5760906"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9" name="Freeform: Shape 1048">
            <a:extLst>
              <a:ext uri="{FF2B5EF4-FFF2-40B4-BE49-F238E27FC236}">
                <a16:creationId xmlns:a16="http://schemas.microsoft.com/office/drawing/2014/main" id="{7C498D76-5C8E-4439-9D70-BA9F56197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1917" y="3511295"/>
            <a:ext cx="4903562" cy="3346705"/>
          </a:xfrm>
          <a:custGeom>
            <a:avLst/>
            <a:gdLst>
              <a:gd name="connsiteX0" fmla="*/ 1549965 w 4903562"/>
              <a:gd name="connsiteY0" fmla="*/ 0 h 3346705"/>
              <a:gd name="connsiteX1" fmla="*/ 4903562 w 4903562"/>
              <a:gd name="connsiteY1" fmla="*/ 0 h 3346705"/>
              <a:gd name="connsiteX2" fmla="*/ 3353599 w 4903562"/>
              <a:gd name="connsiteY2" fmla="*/ 3346705 h 3346705"/>
              <a:gd name="connsiteX3" fmla="*/ 0 w 4903562"/>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2" h="3346705">
                <a:moveTo>
                  <a:pt x="1549965" y="0"/>
                </a:moveTo>
                <a:lnTo>
                  <a:pt x="4903562" y="0"/>
                </a:lnTo>
                <a:lnTo>
                  <a:pt x="3353599"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1" name="Freeform: Shape 1050">
            <a:extLst>
              <a:ext uri="{FF2B5EF4-FFF2-40B4-BE49-F238E27FC236}">
                <a16:creationId xmlns:a16="http://schemas.microsoft.com/office/drawing/2014/main" id="{F95AC789-3AB1-41E7-BF4E-6861EF948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1295"/>
            <a:ext cx="4256221" cy="3346705"/>
          </a:xfrm>
          <a:custGeom>
            <a:avLst/>
            <a:gdLst>
              <a:gd name="connsiteX0" fmla="*/ 0 w 4256221"/>
              <a:gd name="connsiteY0" fmla="*/ 0 h 3346705"/>
              <a:gd name="connsiteX1" fmla="*/ 4256221 w 4256221"/>
              <a:gd name="connsiteY1" fmla="*/ 0 h 3346705"/>
              <a:gd name="connsiteX2" fmla="*/ 2706257 w 4256221"/>
              <a:gd name="connsiteY2" fmla="*/ 3346705 h 3346705"/>
              <a:gd name="connsiteX3" fmla="*/ 0 w 425622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256221" h="3346705">
                <a:moveTo>
                  <a:pt x="0" y="0"/>
                </a:moveTo>
                <a:lnTo>
                  <a:pt x="4256221" y="0"/>
                </a:lnTo>
                <a:lnTo>
                  <a:pt x="270625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34" name="Picture 10" descr="Natalie Portman - Wikipedia">
            <a:extLst>
              <a:ext uri="{FF2B5EF4-FFF2-40B4-BE49-F238E27FC236}">
                <a16:creationId xmlns:a16="http://schemas.microsoft.com/office/drawing/2014/main" id="{96488490-96AF-5C9A-7A05-4F81ED563AF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976393" y="3971864"/>
            <a:ext cx="1516309" cy="2120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avid Tennant - Wikipedia">
            <a:extLst>
              <a:ext uri="{FF2B5EF4-FFF2-40B4-BE49-F238E27FC236}">
                <a16:creationId xmlns:a16="http://schemas.microsoft.com/office/drawing/2014/main" id="{DAB63AFE-5C9F-3E57-897B-4C7A62A5EE9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tretch>
            <a:fillRect/>
          </a:stretch>
        </p:blipFill>
        <p:spPr bwMode="auto">
          <a:xfrm>
            <a:off x="4695134" y="3971863"/>
            <a:ext cx="1415575" cy="21207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83B43B6-8682-B1A5-C31C-3450E617D0F4}"/>
              </a:ext>
            </a:extLst>
          </p:cNvPr>
          <p:cNvPicPr>
            <a:picLocks noChangeAspect="1" noChangeArrowheads="1"/>
          </p:cNvPicPr>
          <p:nvPr/>
        </p:nvPicPr>
        <p:blipFill>
          <a:blip r:embed="rId7" cstate="email">
            <a:extLst>
              <a:ext uri="{28A0092B-C50C-407E-A947-70E740481C1C}">
                <a14:useLocalDpi xmlns:a14="http://schemas.microsoft.com/office/drawing/2010/main"/>
              </a:ext>
            </a:extLst>
          </a:blip>
          <a:stretch>
            <a:fillRect/>
          </a:stretch>
        </p:blipFill>
        <p:spPr bwMode="auto">
          <a:xfrm>
            <a:off x="8815517" y="3971864"/>
            <a:ext cx="2161087" cy="2290236"/>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Badge with solid fill">
            <a:extLst>
              <a:ext uri="{FF2B5EF4-FFF2-40B4-BE49-F238E27FC236}">
                <a16:creationId xmlns:a16="http://schemas.microsoft.com/office/drawing/2014/main" id="{CA3DE82D-612C-88E4-AF19-3EBD0833DF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98" y="5793638"/>
            <a:ext cx="1064362" cy="1064362"/>
          </a:xfrm>
          <a:prstGeom prst="rect">
            <a:avLst/>
          </a:prstGeom>
        </p:spPr>
      </p:pic>
    </p:spTree>
    <p:extLst>
      <p:ext uri="{BB962C8B-B14F-4D97-AF65-F5344CB8AC3E}">
        <p14:creationId xmlns:p14="http://schemas.microsoft.com/office/powerpoint/2010/main" val="9857969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48FE8AC-AA73-EFB6-3F97-4EC869CCD748}"/>
              </a:ext>
            </a:extLst>
          </p:cNvPr>
          <p:cNvPicPr>
            <a:picLocks noChangeAspect="1"/>
          </p:cNvPicPr>
          <p:nvPr/>
        </p:nvPicPr>
        <p:blipFill>
          <a:blip r:embed="rId3" cstate="email">
            <a:extLst>
              <a:ext uri="{28A0092B-C50C-407E-A947-70E740481C1C}">
                <a14:useLocalDpi xmlns:a14="http://schemas.microsoft.com/office/drawing/2010/main"/>
              </a:ext>
            </a:extLst>
          </a:blip>
          <a:srcRect t="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2812228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in a black shirt&#10;&#10;Description automatically generated">
            <a:extLst>
              <a:ext uri="{FF2B5EF4-FFF2-40B4-BE49-F238E27FC236}">
                <a16:creationId xmlns:a16="http://schemas.microsoft.com/office/drawing/2014/main" id="{478B2B53-6BFA-BB75-9392-2CFF75F3F9D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84697" y="875809"/>
            <a:ext cx="6406903" cy="5043096"/>
          </a:xfrm>
          <a:prstGeom prst="rect">
            <a:avLst/>
          </a:prstGeom>
        </p:spPr>
      </p:pic>
      <p:grpSp>
        <p:nvGrpSpPr>
          <p:cNvPr id="17" name="Group 16">
            <a:extLst>
              <a:ext uri="{FF2B5EF4-FFF2-40B4-BE49-F238E27FC236}">
                <a16:creationId xmlns:a16="http://schemas.microsoft.com/office/drawing/2014/main" id="{BE589684-54CA-64D8-C963-5F19FF75B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4697" y="5858828"/>
            <a:ext cx="6406903" cy="123363"/>
            <a:chOff x="7015162" y="5858828"/>
            <a:chExt cx="4300544" cy="123363"/>
          </a:xfrm>
        </p:grpSpPr>
        <p:sp>
          <p:nvSpPr>
            <p:cNvPr id="18" name="Rectangle 17">
              <a:extLst>
                <a:ext uri="{FF2B5EF4-FFF2-40B4-BE49-F238E27FC236}">
                  <a16:creationId xmlns:a16="http://schemas.microsoft.com/office/drawing/2014/main" id="{9B56B8E8-B789-DA4D-E4BE-03FA3165B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255D907-377D-0DF9-B4A4-4B44C46FB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1289E0E1-7804-3A52-4F2B-1BA4032A4607}"/>
              </a:ext>
            </a:extLst>
          </p:cNvPr>
          <p:cNvSpPr/>
          <p:nvPr/>
        </p:nvSpPr>
        <p:spPr>
          <a:xfrm>
            <a:off x="7364752" y="3171433"/>
            <a:ext cx="4690698" cy="698308"/>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7200" b="0" cap="none" spc="0">
                <a:ln w="0"/>
                <a:effectLst>
                  <a:outerShdw blurRad="38100" dist="25400" dir="5400000" algn="ctr" rotWithShape="0">
                    <a:srgbClr val="6E747A">
                      <a:alpha val="43000"/>
                    </a:srgbClr>
                  </a:outerShdw>
                </a:effectLst>
              </a:rPr>
              <a:t>Tom Hanks</a:t>
            </a:r>
          </a:p>
        </p:txBody>
      </p:sp>
    </p:spTree>
    <p:extLst>
      <p:ext uri="{BB962C8B-B14F-4D97-AF65-F5344CB8AC3E}">
        <p14:creationId xmlns:p14="http://schemas.microsoft.com/office/powerpoint/2010/main" val="3258571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erson smiling at the camera&#10;&#10;Description automatically generated">
            <a:extLst>
              <a:ext uri="{FF2B5EF4-FFF2-40B4-BE49-F238E27FC236}">
                <a16:creationId xmlns:a16="http://schemas.microsoft.com/office/drawing/2014/main" id="{7B8E96F8-5281-A113-79B6-4F7266BD2629}"/>
              </a:ext>
            </a:extLst>
          </p:cNvPr>
          <p:cNvPicPr>
            <a:picLocks noChangeAspect="1"/>
          </p:cNvPicPr>
          <p:nvPr/>
        </p:nvPicPr>
        <p:blipFill>
          <a:blip r:embed="rId3" cstate="email">
            <a:extLst>
              <a:ext uri="{28A0092B-C50C-407E-A947-70E740481C1C}">
                <a14:useLocalDpi xmlns:a14="http://schemas.microsoft.com/office/drawing/2010/main"/>
              </a:ext>
            </a:extLst>
          </a:blip>
          <a:srcRect l="9796" r="1" b="9092"/>
          <a:stretch>
            <a:fillRect/>
          </a:stretch>
        </p:blipFill>
        <p:spPr>
          <a:xfrm>
            <a:off x="20" y="10"/>
            <a:ext cx="8668492" cy="6857990"/>
          </a:xfrm>
          <a:prstGeom prst="rect">
            <a:avLst/>
          </a:prstGeom>
        </p:spPr>
      </p:pic>
      <p:sp>
        <p:nvSpPr>
          <p:cNvPr id="30" name="Rectangle 29">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C5AED9-0FFC-E6A1-B9E0-AC58CF6985BE}"/>
              </a:ext>
            </a:extLst>
          </p:cNvPr>
          <p:cNvSpPr txBox="1"/>
          <p:nvPr/>
        </p:nvSpPr>
        <p:spPr>
          <a:xfrm>
            <a:off x="7848600"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a:ln w="0"/>
                <a:effectLst>
                  <a:outerShdw blurRad="38100" dist="25400" dir="5400000" algn="ctr" rotWithShape="0">
                    <a:srgbClr val="6E747A">
                      <a:alpha val="43000"/>
                    </a:srgbClr>
                  </a:outerShdw>
                </a:effectLst>
                <a:latin typeface="+mj-lt"/>
                <a:ea typeface="+mj-ea"/>
                <a:cs typeface="+mj-cs"/>
              </a:rPr>
              <a:t>M</a:t>
            </a:r>
            <a:r>
              <a:rPr lang="en-US" sz="4800" b="0" cap="none" spc="0">
                <a:ln w="0"/>
                <a:effectLst>
                  <a:outerShdw blurRad="38100" dist="25400" dir="5400000" algn="ctr" rotWithShape="0">
                    <a:srgbClr val="6E747A">
                      <a:alpha val="43000"/>
                    </a:srgbClr>
                  </a:outerShdw>
                </a:effectLst>
                <a:latin typeface="+mj-lt"/>
                <a:ea typeface="+mj-ea"/>
                <a:cs typeface="+mj-cs"/>
              </a:rPr>
              <a:t>ichelle Obama </a:t>
            </a:r>
          </a:p>
        </p:txBody>
      </p:sp>
      <p:sp>
        <p:nvSpPr>
          <p:cNvPr id="31" name="Rectangle 3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4558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erson sitting at a desk writing on a piece of paper&#10;&#10;Description automatically generated">
            <a:extLst>
              <a:ext uri="{FF2B5EF4-FFF2-40B4-BE49-F238E27FC236}">
                <a16:creationId xmlns:a16="http://schemas.microsoft.com/office/drawing/2014/main" id="{F451456E-20C7-391C-C065-6DBCDD68B3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0"/>
            <a:ext cx="6095980" cy="6857990"/>
          </a:xfrm>
          <a:prstGeom prst="rect">
            <a:avLst/>
          </a:prstGeom>
        </p:spPr>
      </p:pic>
      <p:grpSp>
        <p:nvGrpSpPr>
          <p:cNvPr id="10" name="Group 9">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1" name="Rectangle 10">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46F371EA-F677-CC62-9431-7FE9E02830E8}"/>
              </a:ext>
            </a:extLst>
          </p:cNvPr>
          <p:cNvSpPr txBox="1"/>
          <p:nvPr/>
        </p:nvSpPr>
        <p:spPr>
          <a:xfrm>
            <a:off x="6208148" y="2947405"/>
            <a:ext cx="5983832" cy="963190"/>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7200"/>
              <a:t>Albert Einstein</a:t>
            </a:r>
          </a:p>
        </p:txBody>
      </p:sp>
    </p:spTree>
    <p:extLst>
      <p:ext uri="{BB962C8B-B14F-4D97-AF65-F5344CB8AC3E}">
        <p14:creationId xmlns:p14="http://schemas.microsoft.com/office/powerpoint/2010/main" val="30343539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miling at the camera&#10;&#10;Description automatically generated">
            <a:extLst>
              <a:ext uri="{FF2B5EF4-FFF2-40B4-BE49-F238E27FC236}">
                <a16:creationId xmlns:a16="http://schemas.microsoft.com/office/drawing/2014/main" id="{9BFFDFD6-A7DF-5DFD-3CCF-6968895203D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74831" y="341141"/>
            <a:ext cx="4603716" cy="6175717"/>
          </a:xfrm>
          <a:prstGeom prst="rect">
            <a:avLst/>
          </a:prstGeom>
        </p:spPr>
      </p:pic>
      <p:sp>
        <p:nvSpPr>
          <p:cNvPr id="6" name="TextBox 5">
            <a:extLst>
              <a:ext uri="{FF2B5EF4-FFF2-40B4-BE49-F238E27FC236}">
                <a16:creationId xmlns:a16="http://schemas.microsoft.com/office/drawing/2014/main" id="{C96B9654-2482-FFC1-9F05-CB4E56886D80}"/>
              </a:ext>
            </a:extLst>
          </p:cNvPr>
          <p:cNvSpPr txBox="1"/>
          <p:nvPr/>
        </p:nvSpPr>
        <p:spPr>
          <a:xfrm>
            <a:off x="413453" y="2947404"/>
            <a:ext cx="5983832" cy="963190"/>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7200"/>
              <a:t>Emma Watson</a:t>
            </a:r>
          </a:p>
        </p:txBody>
      </p:sp>
    </p:spTree>
    <p:extLst>
      <p:ext uri="{BB962C8B-B14F-4D97-AF65-F5344CB8AC3E}">
        <p14:creationId xmlns:p14="http://schemas.microsoft.com/office/powerpoint/2010/main" val="2041435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A2C25B5-5481-CD85-E7B6-4FAC4B9B6178}"/>
              </a:ext>
            </a:extLst>
          </p:cNvPr>
          <p:cNvSpPr txBox="1"/>
          <p:nvPr/>
        </p:nvSpPr>
        <p:spPr>
          <a:xfrm>
            <a:off x="5297762" y="640080"/>
            <a:ext cx="6251110" cy="356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a:latin typeface="+mj-lt"/>
                <a:ea typeface="+mj-ea"/>
                <a:cs typeface="+mj-cs"/>
              </a:rPr>
              <a:t>David Tennant</a:t>
            </a:r>
          </a:p>
        </p:txBody>
      </p:sp>
      <p:pic>
        <p:nvPicPr>
          <p:cNvPr id="3" name="Picture 2" descr="A person in a suit and tie&#10;&#10;Description automatically generated">
            <a:extLst>
              <a:ext uri="{FF2B5EF4-FFF2-40B4-BE49-F238E27FC236}">
                <a16:creationId xmlns:a16="http://schemas.microsoft.com/office/drawing/2014/main" id="{B520A0CF-30B9-DC58-53F4-8513933505C0}"/>
              </a:ext>
            </a:extLst>
          </p:cNvPr>
          <p:cNvPicPr>
            <a:picLocks noChangeAspect="1"/>
          </p:cNvPicPr>
          <p:nvPr/>
        </p:nvPicPr>
        <p:blipFill>
          <a:blip r:embed="rId3">
            <a:extLst>
              <a:ext uri="{28A0092B-C50C-407E-A947-70E740481C1C}">
                <a14:useLocalDpi xmlns:a14="http://schemas.microsoft.com/office/drawing/2010/main"/>
              </a:ext>
            </a:extLst>
          </a:blip>
          <a:srcRect l="5205" r="207"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92316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A15A88-001A-4EEF-8984-D87E6435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2BFF856-BD61-3293-FF7B-BF5C88E9BC41}"/>
              </a:ext>
            </a:extLst>
          </p:cNvPr>
          <p:cNvSpPr txBox="1"/>
          <p:nvPr/>
        </p:nvSpPr>
        <p:spPr>
          <a:xfrm>
            <a:off x="5232400" y="1367673"/>
            <a:ext cx="6124576" cy="2665509"/>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7200">
                <a:solidFill>
                  <a:schemeClr val="bg1"/>
                </a:solidFill>
                <a:latin typeface="+mj-lt"/>
                <a:ea typeface="+mj-ea"/>
                <a:cs typeface="+mj-cs"/>
              </a:rPr>
              <a:t>Natalie Portman</a:t>
            </a:r>
          </a:p>
        </p:txBody>
      </p:sp>
      <p:pic>
        <p:nvPicPr>
          <p:cNvPr id="5" name="Picture 4" descr="A person with long brown hair&#10;&#10;Description automatically generated">
            <a:extLst>
              <a:ext uri="{FF2B5EF4-FFF2-40B4-BE49-F238E27FC236}">
                <a16:creationId xmlns:a16="http://schemas.microsoft.com/office/drawing/2014/main" id="{F578A60C-6FEA-D5AF-0339-70411EAE4F34}"/>
              </a:ext>
            </a:extLst>
          </p:cNvPr>
          <p:cNvPicPr>
            <a:picLocks noChangeAspect="1"/>
          </p:cNvPicPr>
          <p:nvPr/>
        </p:nvPicPr>
        <p:blipFill>
          <a:blip r:embed="rId3" cstate="email">
            <a:extLst>
              <a:ext uri="{28A0092B-C50C-407E-A947-70E740481C1C}">
                <a14:useLocalDpi xmlns:a14="http://schemas.microsoft.com/office/drawing/2010/main"/>
              </a:ext>
            </a:extLst>
          </a:blip>
          <a:srcRect l="7184"/>
          <a:stretch>
            <a:fillRect/>
          </a:stretch>
        </p:blipFill>
        <p:spPr>
          <a:xfrm>
            <a:off x="1" y="10"/>
            <a:ext cx="4551219" cy="6857990"/>
          </a:xfrm>
          <a:custGeom>
            <a:avLst/>
            <a:gdLst/>
            <a:ahLst/>
            <a:cxnLst/>
            <a:rect l="l" t="t" r="r" b="b"/>
            <a:pathLst>
              <a:path w="4551219" h="6858000">
                <a:moveTo>
                  <a:pt x="4194211" y="6564619"/>
                </a:moveTo>
                <a:lnTo>
                  <a:pt x="4194211" y="6564620"/>
                </a:lnTo>
                <a:cubicBezTo>
                  <a:pt x="4204498" y="6575478"/>
                  <a:pt x="4210595" y="6582146"/>
                  <a:pt x="4216690" y="6588625"/>
                </a:cubicBezTo>
                <a:lnTo>
                  <a:pt x="4233312" y="6625224"/>
                </a:lnTo>
                <a:lnTo>
                  <a:pt x="4226218" y="6662539"/>
                </a:lnTo>
                <a:lnTo>
                  <a:pt x="4226217" y="6662540"/>
                </a:lnTo>
                <a:lnTo>
                  <a:pt x="4226216" y="6662543"/>
                </a:lnTo>
                <a:lnTo>
                  <a:pt x="4214767" y="6683026"/>
                </a:lnTo>
                <a:lnTo>
                  <a:pt x="4211619" y="6702975"/>
                </a:lnTo>
                <a:lnTo>
                  <a:pt x="4211619" y="6702976"/>
                </a:lnTo>
                <a:cubicBezTo>
                  <a:pt x="4212024" y="6716168"/>
                  <a:pt x="4217168" y="6729218"/>
                  <a:pt x="4225455" y="6742552"/>
                </a:cubicBezTo>
                <a:lnTo>
                  <a:pt x="4225456" y="6742554"/>
                </a:lnTo>
                <a:lnTo>
                  <a:pt x="4244933" y="6812061"/>
                </a:lnTo>
                <a:lnTo>
                  <a:pt x="4244933" y="6812063"/>
                </a:lnTo>
                <a:lnTo>
                  <a:pt x="4244933" y="6812062"/>
                </a:lnTo>
                <a:lnTo>
                  <a:pt x="4244933" y="6812061"/>
                </a:lnTo>
                <a:lnTo>
                  <a:pt x="4240159" y="6776799"/>
                </a:lnTo>
                <a:lnTo>
                  <a:pt x="4225456" y="6742554"/>
                </a:lnTo>
                <a:lnTo>
                  <a:pt x="4225455" y="6742551"/>
                </a:lnTo>
                <a:lnTo>
                  <a:pt x="4211619" y="6702975"/>
                </a:lnTo>
                <a:lnTo>
                  <a:pt x="4226216" y="6662543"/>
                </a:lnTo>
                <a:lnTo>
                  <a:pt x="4226217" y="6662541"/>
                </a:lnTo>
                <a:lnTo>
                  <a:pt x="4226218" y="6662539"/>
                </a:lnTo>
                <a:lnTo>
                  <a:pt x="4233301" y="6645551"/>
                </a:lnTo>
                <a:lnTo>
                  <a:pt x="4233312" y="6625224"/>
                </a:lnTo>
                <a:lnTo>
                  <a:pt x="4233312" y="6625223"/>
                </a:lnTo>
                <a:cubicBezTo>
                  <a:pt x="4231216" y="6611340"/>
                  <a:pt x="4225168" y="6597577"/>
                  <a:pt x="4216690" y="6588624"/>
                </a:cubicBezTo>
                <a:close/>
                <a:moveTo>
                  <a:pt x="4274532" y="6438980"/>
                </a:moveTo>
                <a:lnTo>
                  <a:pt x="4254602" y="6463839"/>
                </a:lnTo>
                <a:lnTo>
                  <a:pt x="4254600" y="6463848"/>
                </a:lnTo>
                <a:lnTo>
                  <a:pt x="4240803" y="6513011"/>
                </a:lnTo>
                <a:lnTo>
                  <a:pt x="4221998" y="6546193"/>
                </a:lnTo>
                <a:lnTo>
                  <a:pt x="4221998" y="6546194"/>
                </a:lnTo>
                <a:lnTo>
                  <a:pt x="4238336" y="6521803"/>
                </a:lnTo>
                <a:lnTo>
                  <a:pt x="4240803" y="6513011"/>
                </a:lnTo>
                <a:lnTo>
                  <a:pt x="4243614" y="6508051"/>
                </a:lnTo>
                <a:lnTo>
                  <a:pt x="4254600" y="6463848"/>
                </a:lnTo>
                <a:lnTo>
                  <a:pt x="4254602" y="6463840"/>
                </a:lnTo>
                <a:cubicBezTo>
                  <a:pt x="4257553" y="6451649"/>
                  <a:pt x="4265030" y="6444076"/>
                  <a:pt x="4274532" y="6438980"/>
                </a:cubicBezTo>
                <a:close/>
                <a:moveTo>
                  <a:pt x="4360506" y="6365203"/>
                </a:moveTo>
                <a:lnTo>
                  <a:pt x="4359224" y="6387909"/>
                </a:lnTo>
                <a:lnTo>
                  <a:pt x="4357461" y="6391548"/>
                </a:lnTo>
                <a:lnTo>
                  <a:pt x="4349806" y="6407331"/>
                </a:lnTo>
                <a:lnTo>
                  <a:pt x="4349806" y="6407332"/>
                </a:lnTo>
                <a:lnTo>
                  <a:pt x="4357461" y="6391548"/>
                </a:lnTo>
                <a:lnTo>
                  <a:pt x="4359225" y="6387909"/>
                </a:lnTo>
                <a:close/>
                <a:moveTo>
                  <a:pt x="4121437" y="4221390"/>
                </a:moveTo>
                <a:lnTo>
                  <a:pt x="4121437" y="4221391"/>
                </a:lnTo>
                <a:cubicBezTo>
                  <a:pt x="4122199" y="4232060"/>
                  <a:pt x="4122389" y="4243872"/>
                  <a:pt x="4127153" y="4253014"/>
                </a:cubicBezTo>
                <a:cubicBezTo>
                  <a:pt x="4139346" y="4277401"/>
                  <a:pt x="4154966" y="4300070"/>
                  <a:pt x="4166969" y="4324645"/>
                </a:cubicBezTo>
                <a:lnTo>
                  <a:pt x="4175923" y="4363890"/>
                </a:lnTo>
                <a:lnTo>
                  <a:pt x="4175161" y="4482003"/>
                </a:lnTo>
                <a:cubicBezTo>
                  <a:pt x="4172493" y="4546775"/>
                  <a:pt x="4171921" y="4612499"/>
                  <a:pt x="4115151" y="4659173"/>
                </a:cubicBezTo>
                <a:cubicBezTo>
                  <a:pt x="4110579" y="4662985"/>
                  <a:pt x="4107911" y="4671175"/>
                  <a:pt x="4107149" y="4677654"/>
                </a:cubicBezTo>
                <a:cubicBezTo>
                  <a:pt x="4103530" y="4707563"/>
                  <a:pt x="4103148" y="4738234"/>
                  <a:pt x="4097242" y="4767763"/>
                </a:cubicBezTo>
                <a:cubicBezTo>
                  <a:pt x="4094861" y="4779574"/>
                  <a:pt x="4094052" y="4790386"/>
                  <a:pt x="4095933" y="4800482"/>
                </a:cubicBezTo>
                <a:lnTo>
                  <a:pt x="4095933" y="4800483"/>
                </a:lnTo>
                <a:cubicBezTo>
                  <a:pt x="4097814" y="4810580"/>
                  <a:pt x="4102387" y="4819963"/>
                  <a:pt x="4110769" y="4828916"/>
                </a:cubicBezTo>
                <a:lnTo>
                  <a:pt x="4132950" y="4863342"/>
                </a:lnTo>
                <a:lnTo>
                  <a:pt x="4140479" y="4889274"/>
                </a:lnTo>
                <a:lnTo>
                  <a:pt x="4138774" y="4912167"/>
                </a:lnTo>
                <a:cubicBezTo>
                  <a:pt x="4137059" y="4919977"/>
                  <a:pt x="4136702" y="4927121"/>
                  <a:pt x="4137372" y="4933803"/>
                </a:cubicBezTo>
                <a:lnTo>
                  <a:pt x="4137372" y="4933804"/>
                </a:lnTo>
                <a:lnTo>
                  <a:pt x="4142131" y="4952672"/>
                </a:lnTo>
                <a:lnTo>
                  <a:pt x="4144924" y="4957453"/>
                </a:lnTo>
                <a:lnTo>
                  <a:pt x="4146202" y="4961455"/>
                </a:lnTo>
                <a:cubicBezTo>
                  <a:pt x="4150713" y="4970096"/>
                  <a:pt x="4156419" y="4978393"/>
                  <a:pt x="4162206" y="4987037"/>
                </a:cubicBezTo>
                <a:cubicBezTo>
                  <a:pt x="4173445" y="5003801"/>
                  <a:pt x="4187543" y="5022852"/>
                  <a:pt x="4188685" y="5041521"/>
                </a:cubicBezTo>
                <a:cubicBezTo>
                  <a:pt x="4189304" y="5052095"/>
                  <a:pt x="4192222" y="5062299"/>
                  <a:pt x="4195901" y="5072375"/>
                </a:cubicBezTo>
                <a:lnTo>
                  <a:pt x="4201805" y="5087442"/>
                </a:lnTo>
                <a:lnTo>
                  <a:pt x="4214832" y="5133219"/>
                </a:lnTo>
                <a:lnTo>
                  <a:pt x="4214833" y="5133224"/>
                </a:lnTo>
                <a:lnTo>
                  <a:pt x="4208118" y="5166112"/>
                </a:lnTo>
                <a:lnTo>
                  <a:pt x="4208118" y="5166113"/>
                </a:lnTo>
                <a:cubicBezTo>
                  <a:pt x="4207356" y="5167637"/>
                  <a:pt x="4207928" y="5169780"/>
                  <a:pt x="4208809" y="5172090"/>
                </a:cubicBezTo>
                <a:lnTo>
                  <a:pt x="4211356" y="5179067"/>
                </a:lnTo>
                <a:cubicBezTo>
                  <a:pt x="4214976" y="5196594"/>
                  <a:pt x="4215024" y="5213597"/>
                  <a:pt x="4211190" y="5229433"/>
                </a:cubicBezTo>
                <a:lnTo>
                  <a:pt x="4200644" y="5248928"/>
                </a:lnTo>
                <a:lnTo>
                  <a:pt x="4187733" y="5272795"/>
                </a:lnTo>
                <a:cubicBezTo>
                  <a:pt x="4176088" y="5285440"/>
                  <a:pt x="4168382" y="5298594"/>
                  <a:pt x="4163830" y="5312287"/>
                </a:cubicBezTo>
                <a:lnTo>
                  <a:pt x="4162774" y="5321350"/>
                </a:lnTo>
                <a:lnTo>
                  <a:pt x="4160300" y="5326162"/>
                </a:lnTo>
                <a:lnTo>
                  <a:pt x="4158854" y="5355013"/>
                </a:lnTo>
                <a:lnTo>
                  <a:pt x="4158854" y="5355014"/>
                </a:lnTo>
                <a:cubicBezTo>
                  <a:pt x="4159503" y="5364882"/>
                  <a:pt x="4161206" y="5375002"/>
                  <a:pt x="4163730" y="5385384"/>
                </a:cubicBezTo>
                <a:cubicBezTo>
                  <a:pt x="4166969" y="5398721"/>
                  <a:pt x="4169255" y="5412057"/>
                  <a:pt x="4171921" y="5425582"/>
                </a:cubicBezTo>
                <a:cubicBezTo>
                  <a:pt x="4175731" y="5443870"/>
                  <a:pt x="4179733" y="5462351"/>
                  <a:pt x="4183543" y="5480637"/>
                </a:cubicBezTo>
                <a:lnTo>
                  <a:pt x="4188067" y="5507667"/>
                </a:lnTo>
                <a:lnTo>
                  <a:pt x="4177448" y="5531691"/>
                </a:lnTo>
                <a:lnTo>
                  <a:pt x="4177447" y="5531692"/>
                </a:lnTo>
                <a:cubicBezTo>
                  <a:pt x="4170398" y="5537599"/>
                  <a:pt x="4167206" y="5542648"/>
                  <a:pt x="4167302" y="5547577"/>
                </a:cubicBezTo>
                <a:lnTo>
                  <a:pt x="4167302" y="5547578"/>
                </a:lnTo>
                <a:cubicBezTo>
                  <a:pt x="4167397" y="5552507"/>
                  <a:pt x="4170779" y="5557317"/>
                  <a:pt x="4176875" y="5562746"/>
                </a:cubicBezTo>
                <a:cubicBezTo>
                  <a:pt x="4219548" y="5600467"/>
                  <a:pt x="4246219" y="5646189"/>
                  <a:pt x="4248123" y="5704483"/>
                </a:cubicBezTo>
                <a:cubicBezTo>
                  <a:pt x="4248505" y="5716485"/>
                  <a:pt x="4251171" y="5728678"/>
                  <a:pt x="4254029" y="5740488"/>
                </a:cubicBezTo>
                <a:cubicBezTo>
                  <a:pt x="4255744" y="5747728"/>
                  <a:pt x="4257650" y="5756493"/>
                  <a:pt x="4262794" y="5760873"/>
                </a:cubicBezTo>
                <a:cubicBezTo>
                  <a:pt x="4302037" y="5794974"/>
                  <a:pt x="4329280" y="5837457"/>
                  <a:pt x="4351189" y="5883751"/>
                </a:cubicBezTo>
                <a:lnTo>
                  <a:pt x="4351191" y="5883755"/>
                </a:lnTo>
                <a:lnTo>
                  <a:pt x="4369094" y="5935945"/>
                </a:lnTo>
                <a:lnTo>
                  <a:pt x="4369096" y="5935949"/>
                </a:lnTo>
                <a:lnTo>
                  <a:pt x="4365476" y="5993289"/>
                </a:lnTo>
                <a:lnTo>
                  <a:pt x="4365475" y="5993290"/>
                </a:lnTo>
                <a:cubicBezTo>
                  <a:pt x="4364334" y="6004530"/>
                  <a:pt x="4364524" y="6017484"/>
                  <a:pt x="4358999" y="6026439"/>
                </a:cubicBezTo>
                <a:cubicBezTo>
                  <a:pt x="4341662" y="6054824"/>
                  <a:pt x="4322994" y="6082257"/>
                  <a:pt x="4302799" y="6108737"/>
                </a:cubicBezTo>
                <a:cubicBezTo>
                  <a:pt x="4294131" y="6120073"/>
                  <a:pt x="4289178" y="6126883"/>
                  <a:pt x="4289107" y="6133313"/>
                </a:cubicBezTo>
                <a:lnTo>
                  <a:pt x="4289107" y="6133314"/>
                </a:lnTo>
                <a:lnTo>
                  <a:pt x="4292807" y="6143189"/>
                </a:lnTo>
                <a:lnTo>
                  <a:pt x="4304703" y="6155599"/>
                </a:lnTo>
                <a:lnTo>
                  <a:pt x="4304706" y="6155602"/>
                </a:lnTo>
                <a:cubicBezTo>
                  <a:pt x="4326994" y="6175797"/>
                  <a:pt x="4338614" y="6200944"/>
                  <a:pt x="4343376" y="6228756"/>
                </a:cubicBezTo>
                <a:lnTo>
                  <a:pt x="4360713" y="6361539"/>
                </a:lnTo>
                <a:lnTo>
                  <a:pt x="4360713" y="6361538"/>
                </a:lnTo>
                <a:cubicBezTo>
                  <a:pt x="4357093" y="6317150"/>
                  <a:pt x="4350808" y="6272763"/>
                  <a:pt x="4343376" y="6228755"/>
                </a:cubicBezTo>
                <a:cubicBezTo>
                  <a:pt x="4338614" y="6200943"/>
                  <a:pt x="4326994" y="6175796"/>
                  <a:pt x="4304706" y="6155601"/>
                </a:cubicBezTo>
                <a:lnTo>
                  <a:pt x="4304703" y="6155599"/>
                </a:lnTo>
                <a:lnTo>
                  <a:pt x="4289107" y="6133314"/>
                </a:lnTo>
                <a:lnTo>
                  <a:pt x="4302799" y="6108738"/>
                </a:lnTo>
                <a:cubicBezTo>
                  <a:pt x="4322994" y="6082258"/>
                  <a:pt x="4341662" y="6054825"/>
                  <a:pt x="4358999" y="6026440"/>
                </a:cubicBezTo>
                <a:cubicBezTo>
                  <a:pt x="4364524" y="6017485"/>
                  <a:pt x="4364334" y="6004531"/>
                  <a:pt x="4365475" y="5993291"/>
                </a:cubicBezTo>
                <a:lnTo>
                  <a:pt x="4365476" y="5993289"/>
                </a:lnTo>
                <a:lnTo>
                  <a:pt x="4368929" y="5964476"/>
                </a:lnTo>
                <a:lnTo>
                  <a:pt x="4369096" y="5935949"/>
                </a:lnTo>
                <a:lnTo>
                  <a:pt x="4369096" y="5935948"/>
                </a:lnTo>
                <a:lnTo>
                  <a:pt x="4369094" y="5935945"/>
                </a:lnTo>
                <a:lnTo>
                  <a:pt x="4362214" y="5909350"/>
                </a:lnTo>
                <a:lnTo>
                  <a:pt x="4351191" y="5883755"/>
                </a:lnTo>
                <a:lnTo>
                  <a:pt x="4351189" y="5883750"/>
                </a:lnTo>
                <a:cubicBezTo>
                  <a:pt x="4329280" y="5837456"/>
                  <a:pt x="4302037" y="5794973"/>
                  <a:pt x="4262794" y="5760872"/>
                </a:cubicBezTo>
                <a:cubicBezTo>
                  <a:pt x="4257650" y="5756492"/>
                  <a:pt x="4255744" y="5747727"/>
                  <a:pt x="4254029" y="5740487"/>
                </a:cubicBezTo>
                <a:cubicBezTo>
                  <a:pt x="4251171" y="5728677"/>
                  <a:pt x="4248505" y="5716484"/>
                  <a:pt x="4248123" y="5704482"/>
                </a:cubicBezTo>
                <a:cubicBezTo>
                  <a:pt x="4246219" y="5646188"/>
                  <a:pt x="4219548" y="5600466"/>
                  <a:pt x="4176875" y="5562745"/>
                </a:cubicBezTo>
                <a:lnTo>
                  <a:pt x="4167302" y="5547577"/>
                </a:lnTo>
                <a:lnTo>
                  <a:pt x="4177447" y="5531693"/>
                </a:lnTo>
                <a:lnTo>
                  <a:pt x="4177448" y="5531691"/>
                </a:lnTo>
                <a:lnTo>
                  <a:pt x="4185847" y="5520421"/>
                </a:lnTo>
                <a:lnTo>
                  <a:pt x="4188067" y="5507667"/>
                </a:lnTo>
                <a:lnTo>
                  <a:pt x="4188067" y="5507666"/>
                </a:lnTo>
                <a:cubicBezTo>
                  <a:pt x="4188020" y="5498831"/>
                  <a:pt x="4185448" y="5489496"/>
                  <a:pt x="4183543" y="5480636"/>
                </a:cubicBezTo>
                <a:cubicBezTo>
                  <a:pt x="4179733" y="5462350"/>
                  <a:pt x="4175731" y="5443869"/>
                  <a:pt x="4171921" y="5425581"/>
                </a:cubicBezTo>
                <a:cubicBezTo>
                  <a:pt x="4169255" y="5412056"/>
                  <a:pt x="4166969" y="5398720"/>
                  <a:pt x="4163730" y="5385383"/>
                </a:cubicBezTo>
                <a:lnTo>
                  <a:pt x="4158854" y="5355013"/>
                </a:lnTo>
                <a:lnTo>
                  <a:pt x="4162774" y="5321350"/>
                </a:lnTo>
                <a:lnTo>
                  <a:pt x="4187733" y="5272796"/>
                </a:lnTo>
                <a:lnTo>
                  <a:pt x="4200644" y="5248928"/>
                </a:lnTo>
                <a:lnTo>
                  <a:pt x="4211191" y="5229432"/>
                </a:lnTo>
                <a:lnTo>
                  <a:pt x="4211356" y="5179067"/>
                </a:lnTo>
                <a:lnTo>
                  <a:pt x="4211356" y="5179066"/>
                </a:lnTo>
                <a:cubicBezTo>
                  <a:pt x="4210880" y="5176875"/>
                  <a:pt x="4209690" y="5174399"/>
                  <a:pt x="4208809" y="5172089"/>
                </a:cubicBezTo>
                <a:lnTo>
                  <a:pt x="4208118" y="5166113"/>
                </a:lnTo>
                <a:lnTo>
                  <a:pt x="4214833" y="5133224"/>
                </a:lnTo>
                <a:lnTo>
                  <a:pt x="4214833" y="5133223"/>
                </a:lnTo>
                <a:lnTo>
                  <a:pt x="4214832" y="5133219"/>
                </a:lnTo>
                <a:lnTo>
                  <a:pt x="4207690" y="5102460"/>
                </a:lnTo>
                <a:lnTo>
                  <a:pt x="4201805" y="5087442"/>
                </a:lnTo>
                <a:lnTo>
                  <a:pt x="4201799" y="5087422"/>
                </a:lnTo>
                <a:cubicBezTo>
                  <a:pt x="4195713" y="5072410"/>
                  <a:pt x="4189614" y="5057380"/>
                  <a:pt x="4188685" y="5041520"/>
                </a:cubicBezTo>
                <a:cubicBezTo>
                  <a:pt x="4187543" y="5022851"/>
                  <a:pt x="4173445" y="5003800"/>
                  <a:pt x="4162206" y="4987036"/>
                </a:cubicBezTo>
                <a:lnTo>
                  <a:pt x="4144924" y="4957453"/>
                </a:lnTo>
                <a:lnTo>
                  <a:pt x="4137372" y="4933804"/>
                </a:lnTo>
                <a:lnTo>
                  <a:pt x="4138774" y="4912168"/>
                </a:lnTo>
                <a:cubicBezTo>
                  <a:pt x="4140536" y="4904357"/>
                  <a:pt x="4141048" y="4896713"/>
                  <a:pt x="4140479" y="4889275"/>
                </a:cubicBezTo>
                <a:lnTo>
                  <a:pt x="4140479" y="4889274"/>
                </a:lnTo>
                <a:lnTo>
                  <a:pt x="4135701" y="4867613"/>
                </a:lnTo>
                <a:lnTo>
                  <a:pt x="4132950" y="4863342"/>
                </a:lnTo>
                <a:lnTo>
                  <a:pt x="4131200" y="4857316"/>
                </a:lnTo>
                <a:cubicBezTo>
                  <a:pt x="4126057" y="4847213"/>
                  <a:pt x="4119056" y="4837702"/>
                  <a:pt x="4110769" y="4828915"/>
                </a:cubicBezTo>
                <a:lnTo>
                  <a:pt x="4095933" y="4800482"/>
                </a:lnTo>
                <a:lnTo>
                  <a:pt x="4097242" y="4767764"/>
                </a:lnTo>
                <a:cubicBezTo>
                  <a:pt x="4103148" y="4738235"/>
                  <a:pt x="4103530" y="4707564"/>
                  <a:pt x="4107149" y="4677655"/>
                </a:cubicBezTo>
                <a:cubicBezTo>
                  <a:pt x="4107911" y="4671176"/>
                  <a:pt x="4110579" y="4662986"/>
                  <a:pt x="4115151" y="4659174"/>
                </a:cubicBezTo>
                <a:cubicBezTo>
                  <a:pt x="4171921" y="4612500"/>
                  <a:pt x="4172493" y="4546776"/>
                  <a:pt x="4175161" y="4482004"/>
                </a:cubicBezTo>
                <a:cubicBezTo>
                  <a:pt x="4176875" y="4442761"/>
                  <a:pt x="4176875" y="4403325"/>
                  <a:pt x="4175923" y="4363890"/>
                </a:cubicBezTo>
                <a:lnTo>
                  <a:pt x="4175923" y="4363889"/>
                </a:lnTo>
                <a:cubicBezTo>
                  <a:pt x="4175731" y="4350553"/>
                  <a:pt x="4172683" y="4336456"/>
                  <a:pt x="4166969" y="4324644"/>
                </a:cubicBezTo>
                <a:cubicBezTo>
                  <a:pt x="4154966" y="4300069"/>
                  <a:pt x="4139346" y="4277400"/>
                  <a:pt x="4127153" y="4253013"/>
                </a:cubicBezTo>
                <a:close/>
                <a:moveTo>
                  <a:pt x="4190328" y="2836171"/>
                </a:moveTo>
                <a:lnTo>
                  <a:pt x="4181637" y="2848792"/>
                </a:lnTo>
                <a:cubicBezTo>
                  <a:pt x="4176637" y="2865009"/>
                  <a:pt x="4170779" y="2881306"/>
                  <a:pt x="4166033" y="2897784"/>
                </a:cubicBezTo>
                <a:lnTo>
                  <a:pt x="4165004" y="2903549"/>
                </a:lnTo>
                <a:lnTo>
                  <a:pt x="4161730" y="2914327"/>
                </a:lnTo>
                <a:lnTo>
                  <a:pt x="4157099" y="2947858"/>
                </a:lnTo>
                <a:lnTo>
                  <a:pt x="4157098" y="2947861"/>
                </a:lnTo>
                <a:lnTo>
                  <a:pt x="4157098" y="2947862"/>
                </a:lnTo>
                <a:cubicBezTo>
                  <a:pt x="4156729" y="2959156"/>
                  <a:pt x="4157729" y="2970575"/>
                  <a:pt x="4160682" y="2982148"/>
                </a:cubicBezTo>
                <a:lnTo>
                  <a:pt x="4172375" y="3077401"/>
                </a:lnTo>
                <a:lnTo>
                  <a:pt x="4159920" y="3172653"/>
                </a:lnTo>
                <a:cubicBezTo>
                  <a:pt x="4134011" y="3276479"/>
                  <a:pt x="4106579" y="3380304"/>
                  <a:pt x="4112293" y="3489466"/>
                </a:cubicBezTo>
                <a:cubicBezTo>
                  <a:pt x="4113245" y="3507562"/>
                  <a:pt x="4101624" y="3529089"/>
                  <a:pt x="4090194" y="3544712"/>
                </a:cubicBezTo>
                <a:cubicBezTo>
                  <a:pt x="4079336" y="3559667"/>
                  <a:pt x="4073477" y="3566811"/>
                  <a:pt x="4072572" y="3574407"/>
                </a:cubicBezTo>
                <a:lnTo>
                  <a:pt x="4072572" y="3574408"/>
                </a:lnTo>
                <a:cubicBezTo>
                  <a:pt x="4071667" y="3582004"/>
                  <a:pt x="4075716" y="3590053"/>
                  <a:pt x="4084670" y="3606817"/>
                </a:cubicBezTo>
                <a:cubicBezTo>
                  <a:pt x="4089052" y="3614819"/>
                  <a:pt x="4091718" y="3624725"/>
                  <a:pt x="4098196" y="3630632"/>
                </a:cubicBezTo>
                <a:lnTo>
                  <a:pt x="4115925" y="3654415"/>
                </a:lnTo>
                <a:lnTo>
                  <a:pt x="4118836" y="3665923"/>
                </a:lnTo>
                <a:lnTo>
                  <a:pt x="4122437" y="3680163"/>
                </a:lnTo>
                <a:lnTo>
                  <a:pt x="4118389" y="3734836"/>
                </a:lnTo>
                <a:lnTo>
                  <a:pt x="4118389" y="3734837"/>
                </a:lnTo>
                <a:cubicBezTo>
                  <a:pt x="4117437" y="3741315"/>
                  <a:pt x="4116103" y="3749125"/>
                  <a:pt x="4118771" y="3754652"/>
                </a:cubicBezTo>
                <a:lnTo>
                  <a:pt x="4125128" y="3789775"/>
                </a:lnTo>
                <a:lnTo>
                  <a:pt x="4110197" y="3822471"/>
                </a:lnTo>
                <a:cubicBezTo>
                  <a:pt x="4103149" y="3831901"/>
                  <a:pt x="4097529" y="3842045"/>
                  <a:pt x="4095862" y="3852618"/>
                </a:cubicBezTo>
                <a:lnTo>
                  <a:pt x="4095862" y="3852619"/>
                </a:lnTo>
                <a:lnTo>
                  <a:pt x="4096642" y="3868763"/>
                </a:lnTo>
                <a:lnTo>
                  <a:pt x="4105245" y="3885336"/>
                </a:lnTo>
                <a:lnTo>
                  <a:pt x="4105245" y="3885338"/>
                </a:lnTo>
                <a:cubicBezTo>
                  <a:pt x="4114961" y="3897721"/>
                  <a:pt x="4122367" y="3910318"/>
                  <a:pt x="4127626" y="3923124"/>
                </a:cubicBezTo>
                <a:lnTo>
                  <a:pt x="4137130" y="3962159"/>
                </a:lnTo>
                <a:lnTo>
                  <a:pt x="4121438" y="4043837"/>
                </a:lnTo>
                <a:lnTo>
                  <a:pt x="4121437" y="4043838"/>
                </a:lnTo>
                <a:cubicBezTo>
                  <a:pt x="4112674" y="4063841"/>
                  <a:pt x="4107292" y="4083701"/>
                  <a:pt x="4106316" y="4103824"/>
                </a:cubicBezTo>
                <a:lnTo>
                  <a:pt x="4106316" y="4103825"/>
                </a:lnTo>
                <a:lnTo>
                  <a:pt x="4108283" y="4134255"/>
                </a:lnTo>
                <a:lnTo>
                  <a:pt x="4117627" y="4165381"/>
                </a:lnTo>
                <a:lnTo>
                  <a:pt x="4117627" y="4165383"/>
                </a:lnTo>
                <a:lnTo>
                  <a:pt x="4121532" y="4192387"/>
                </a:lnTo>
                <a:lnTo>
                  <a:pt x="4121532" y="4192386"/>
                </a:lnTo>
                <a:cubicBezTo>
                  <a:pt x="4121628" y="4182766"/>
                  <a:pt x="4121056" y="4173479"/>
                  <a:pt x="4117627" y="4165382"/>
                </a:cubicBezTo>
                <a:lnTo>
                  <a:pt x="4117627" y="4165381"/>
                </a:lnTo>
                <a:lnTo>
                  <a:pt x="4106316" y="4103825"/>
                </a:lnTo>
                <a:lnTo>
                  <a:pt x="4121437" y="4043839"/>
                </a:lnTo>
                <a:lnTo>
                  <a:pt x="4121438" y="4043837"/>
                </a:lnTo>
                <a:lnTo>
                  <a:pt x="4134740" y="4002409"/>
                </a:lnTo>
                <a:lnTo>
                  <a:pt x="4137130" y="3962159"/>
                </a:lnTo>
                <a:lnTo>
                  <a:pt x="4137130" y="3962158"/>
                </a:lnTo>
                <a:cubicBezTo>
                  <a:pt x="4134868" y="3935726"/>
                  <a:pt x="4124677" y="3910103"/>
                  <a:pt x="4105245" y="3885337"/>
                </a:cubicBezTo>
                <a:lnTo>
                  <a:pt x="4105245" y="3885336"/>
                </a:lnTo>
                <a:lnTo>
                  <a:pt x="4095862" y="3852619"/>
                </a:lnTo>
                <a:lnTo>
                  <a:pt x="4110197" y="3822472"/>
                </a:lnTo>
                <a:cubicBezTo>
                  <a:pt x="4118389" y="3811613"/>
                  <a:pt x="4123533" y="3800896"/>
                  <a:pt x="4125128" y="3789776"/>
                </a:cubicBezTo>
                <a:lnTo>
                  <a:pt x="4125128" y="3789775"/>
                </a:lnTo>
                <a:cubicBezTo>
                  <a:pt x="4126724" y="3778654"/>
                  <a:pt x="4124771" y="3767129"/>
                  <a:pt x="4118771" y="3754651"/>
                </a:cubicBezTo>
                <a:lnTo>
                  <a:pt x="4118389" y="3734837"/>
                </a:lnTo>
                <a:lnTo>
                  <a:pt x="4122437" y="3680163"/>
                </a:lnTo>
                <a:lnTo>
                  <a:pt x="4122437" y="3680162"/>
                </a:lnTo>
                <a:lnTo>
                  <a:pt x="4118836" y="3665923"/>
                </a:lnTo>
                <a:lnTo>
                  <a:pt x="4115925" y="3654415"/>
                </a:lnTo>
                <a:lnTo>
                  <a:pt x="4115925" y="3654415"/>
                </a:lnTo>
                <a:lnTo>
                  <a:pt x="4115925" y="3654415"/>
                </a:lnTo>
                <a:cubicBezTo>
                  <a:pt x="4112115" y="3646122"/>
                  <a:pt x="4106436" y="3638156"/>
                  <a:pt x="4098196" y="3630631"/>
                </a:cubicBezTo>
                <a:cubicBezTo>
                  <a:pt x="4091718" y="3624724"/>
                  <a:pt x="4089052" y="3614818"/>
                  <a:pt x="4084670" y="3606816"/>
                </a:cubicBezTo>
                <a:cubicBezTo>
                  <a:pt x="4080193" y="3598434"/>
                  <a:pt x="4076942" y="3592231"/>
                  <a:pt x="4074924" y="3587173"/>
                </a:cubicBezTo>
                <a:lnTo>
                  <a:pt x="4072572" y="3574407"/>
                </a:lnTo>
                <a:lnTo>
                  <a:pt x="4077651" y="3562320"/>
                </a:lnTo>
                <a:cubicBezTo>
                  <a:pt x="4080586" y="3557715"/>
                  <a:pt x="4084765" y="3552190"/>
                  <a:pt x="4090194" y="3544713"/>
                </a:cubicBezTo>
                <a:cubicBezTo>
                  <a:pt x="4101624" y="3529090"/>
                  <a:pt x="4113245" y="3507563"/>
                  <a:pt x="4112293" y="3489467"/>
                </a:cubicBezTo>
                <a:cubicBezTo>
                  <a:pt x="4106579" y="3380305"/>
                  <a:pt x="4134011" y="3276480"/>
                  <a:pt x="4159920" y="3172654"/>
                </a:cubicBezTo>
                <a:cubicBezTo>
                  <a:pt x="4167922" y="3140649"/>
                  <a:pt x="4172160" y="3109025"/>
                  <a:pt x="4172375" y="3077401"/>
                </a:cubicBezTo>
                <a:lnTo>
                  <a:pt x="4172375" y="3077400"/>
                </a:lnTo>
                <a:cubicBezTo>
                  <a:pt x="4172589" y="3045776"/>
                  <a:pt x="4168779" y="3014152"/>
                  <a:pt x="4160682" y="2982147"/>
                </a:cubicBezTo>
                <a:lnTo>
                  <a:pt x="4157098" y="2947862"/>
                </a:lnTo>
                <a:lnTo>
                  <a:pt x="4157099" y="2947858"/>
                </a:lnTo>
                <a:lnTo>
                  <a:pt x="4165004" y="2903549"/>
                </a:lnTo>
                <a:lnTo>
                  <a:pt x="4181637" y="2848793"/>
                </a:lnTo>
                <a:cubicBezTo>
                  <a:pt x="4182970" y="2844316"/>
                  <a:pt x="4186256" y="2839982"/>
                  <a:pt x="4190328" y="2836172"/>
                </a:cubicBezTo>
                <a:close/>
                <a:moveTo>
                  <a:pt x="3705842" y="1508457"/>
                </a:moveTo>
                <a:lnTo>
                  <a:pt x="3677748" y="1596213"/>
                </a:lnTo>
                <a:cubicBezTo>
                  <a:pt x="3675271" y="1604978"/>
                  <a:pt x="3676796" y="1615836"/>
                  <a:pt x="3679653" y="1624980"/>
                </a:cubicBezTo>
                <a:cubicBezTo>
                  <a:pt x="3689369" y="1656223"/>
                  <a:pt x="3713754" y="1676036"/>
                  <a:pt x="3736234" y="1697753"/>
                </a:cubicBezTo>
                <a:cubicBezTo>
                  <a:pt x="3746141" y="1707279"/>
                  <a:pt x="3753189" y="1720423"/>
                  <a:pt x="3758903" y="1733188"/>
                </a:cubicBezTo>
                <a:cubicBezTo>
                  <a:pt x="3773574" y="1766335"/>
                  <a:pt x="3786718" y="1800246"/>
                  <a:pt x="3800624" y="1833775"/>
                </a:cubicBezTo>
                <a:cubicBezTo>
                  <a:pt x="3801958" y="1837013"/>
                  <a:pt x="3805387" y="1839679"/>
                  <a:pt x="3808245" y="1842158"/>
                </a:cubicBezTo>
                <a:cubicBezTo>
                  <a:pt x="3838346" y="1866922"/>
                  <a:pt x="3868635" y="1891497"/>
                  <a:pt x="3898736" y="1916454"/>
                </a:cubicBezTo>
                <a:cubicBezTo>
                  <a:pt x="3904450" y="1921216"/>
                  <a:pt x="3908642" y="1928076"/>
                  <a:pt x="3914166" y="1933219"/>
                </a:cubicBezTo>
                <a:cubicBezTo>
                  <a:pt x="3921786" y="1940459"/>
                  <a:pt x="3929027" y="1949603"/>
                  <a:pt x="3938171" y="1953413"/>
                </a:cubicBezTo>
                <a:cubicBezTo>
                  <a:pt x="3966936" y="1965224"/>
                  <a:pt x="3979320" y="1987894"/>
                  <a:pt x="3984654" y="2016469"/>
                </a:cubicBezTo>
                <a:cubicBezTo>
                  <a:pt x="3989607" y="2042570"/>
                  <a:pt x="3993799" y="2068669"/>
                  <a:pt x="3999513" y="2094578"/>
                </a:cubicBezTo>
                <a:cubicBezTo>
                  <a:pt x="4006371" y="2126201"/>
                  <a:pt x="4013801" y="2157636"/>
                  <a:pt x="4022184" y="2188879"/>
                </a:cubicBezTo>
                <a:cubicBezTo>
                  <a:pt x="4025804" y="2202404"/>
                  <a:pt x="4029994" y="2216692"/>
                  <a:pt x="4037424" y="2228314"/>
                </a:cubicBezTo>
                <a:cubicBezTo>
                  <a:pt x="4057999" y="2260890"/>
                  <a:pt x="4071905" y="2295753"/>
                  <a:pt x="4066381" y="2334044"/>
                </a:cubicBezTo>
                <a:cubicBezTo>
                  <a:pt x="4061999" y="2364715"/>
                  <a:pt x="4073239" y="2390434"/>
                  <a:pt x="4090766" y="2409485"/>
                </a:cubicBezTo>
                <a:cubicBezTo>
                  <a:pt x="4098720" y="2418154"/>
                  <a:pt x="4104233" y="2426976"/>
                  <a:pt x="4107867" y="2435912"/>
                </a:cubicBezTo>
                <a:lnTo>
                  <a:pt x="4113698" y="2463017"/>
                </a:lnTo>
                <a:lnTo>
                  <a:pt x="4105056" y="2518262"/>
                </a:lnTo>
                <a:lnTo>
                  <a:pt x="4105055" y="2518263"/>
                </a:lnTo>
                <a:cubicBezTo>
                  <a:pt x="4102388" y="2527789"/>
                  <a:pt x="4101244" y="2536456"/>
                  <a:pt x="4101411" y="2545005"/>
                </a:cubicBezTo>
                <a:lnTo>
                  <a:pt x="4101411" y="2545006"/>
                </a:lnTo>
                <a:cubicBezTo>
                  <a:pt x="4101577" y="2553555"/>
                  <a:pt x="4103054" y="2561985"/>
                  <a:pt x="4105625" y="2571034"/>
                </a:cubicBezTo>
                <a:cubicBezTo>
                  <a:pt x="4117627" y="2612945"/>
                  <a:pt x="4150204" y="2640950"/>
                  <a:pt x="4178779" y="2668001"/>
                </a:cubicBezTo>
                <a:cubicBezTo>
                  <a:pt x="4203164" y="2691054"/>
                  <a:pt x="4216880" y="2716963"/>
                  <a:pt x="4227170" y="2745348"/>
                </a:cubicBezTo>
                <a:lnTo>
                  <a:pt x="4227170" y="2745351"/>
                </a:lnTo>
                <a:lnTo>
                  <a:pt x="4233090" y="2778005"/>
                </a:lnTo>
                <a:lnTo>
                  <a:pt x="4232670" y="2785439"/>
                </a:lnTo>
                <a:lnTo>
                  <a:pt x="4222591" y="2811779"/>
                </a:lnTo>
                <a:lnTo>
                  <a:pt x="4222587" y="2811786"/>
                </a:lnTo>
                <a:lnTo>
                  <a:pt x="4222588" y="2811786"/>
                </a:lnTo>
                <a:lnTo>
                  <a:pt x="4222591" y="2811779"/>
                </a:lnTo>
                <a:lnTo>
                  <a:pt x="4232241" y="2793022"/>
                </a:lnTo>
                <a:lnTo>
                  <a:pt x="4232670" y="2785439"/>
                </a:lnTo>
                <a:lnTo>
                  <a:pt x="4233870" y="2782304"/>
                </a:lnTo>
                <a:lnTo>
                  <a:pt x="4233090" y="2778005"/>
                </a:lnTo>
                <a:lnTo>
                  <a:pt x="4233500" y="2770757"/>
                </a:lnTo>
                <a:lnTo>
                  <a:pt x="4227170" y="2745351"/>
                </a:lnTo>
                <a:lnTo>
                  <a:pt x="4227170" y="2745347"/>
                </a:lnTo>
                <a:cubicBezTo>
                  <a:pt x="4216880" y="2716962"/>
                  <a:pt x="4203164" y="2691053"/>
                  <a:pt x="4178779" y="2668000"/>
                </a:cubicBezTo>
                <a:cubicBezTo>
                  <a:pt x="4150204" y="2640949"/>
                  <a:pt x="4117627" y="2612944"/>
                  <a:pt x="4105625" y="2571033"/>
                </a:cubicBezTo>
                <a:lnTo>
                  <a:pt x="4101411" y="2545006"/>
                </a:lnTo>
                <a:lnTo>
                  <a:pt x="4105055" y="2518264"/>
                </a:lnTo>
                <a:lnTo>
                  <a:pt x="4105056" y="2518262"/>
                </a:lnTo>
                <a:lnTo>
                  <a:pt x="4111636" y="2490550"/>
                </a:lnTo>
                <a:lnTo>
                  <a:pt x="4113698" y="2463017"/>
                </a:lnTo>
                <a:lnTo>
                  <a:pt x="4113698" y="2463016"/>
                </a:lnTo>
                <a:cubicBezTo>
                  <a:pt x="4112817" y="2444776"/>
                  <a:pt x="4106674" y="2426821"/>
                  <a:pt x="4090766" y="2409484"/>
                </a:cubicBezTo>
                <a:cubicBezTo>
                  <a:pt x="4073239" y="2390433"/>
                  <a:pt x="4061999" y="2364714"/>
                  <a:pt x="4066381" y="2334043"/>
                </a:cubicBezTo>
                <a:cubicBezTo>
                  <a:pt x="4071905" y="2295752"/>
                  <a:pt x="4057999" y="2260889"/>
                  <a:pt x="4037424" y="2228313"/>
                </a:cubicBezTo>
                <a:cubicBezTo>
                  <a:pt x="4029994" y="2216691"/>
                  <a:pt x="4025804" y="2202403"/>
                  <a:pt x="4022184" y="2188878"/>
                </a:cubicBezTo>
                <a:cubicBezTo>
                  <a:pt x="4013801" y="2157635"/>
                  <a:pt x="4006371" y="2126200"/>
                  <a:pt x="3999513" y="2094577"/>
                </a:cubicBezTo>
                <a:cubicBezTo>
                  <a:pt x="3993799" y="2068668"/>
                  <a:pt x="3989607" y="2042569"/>
                  <a:pt x="3984654" y="2016468"/>
                </a:cubicBezTo>
                <a:cubicBezTo>
                  <a:pt x="3979320" y="1987893"/>
                  <a:pt x="3966936" y="1965223"/>
                  <a:pt x="3938171" y="1953412"/>
                </a:cubicBezTo>
                <a:cubicBezTo>
                  <a:pt x="3929027" y="1949602"/>
                  <a:pt x="3921786" y="1940458"/>
                  <a:pt x="3914166" y="1933218"/>
                </a:cubicBezTo>
                <a:cubicBezTo>
                  <a:pt x="3908642" y="1928075"/>
                  <a:pt x="3904450" y="1921215"/>
                  <a:pt x="3898736" y="1916453"/>
                </a:cubicBezTo>
                <a:cubicBezTo>
                  <a:pt x="3868635" y="1891496"/>
                  <a:pt x="3838346" y="1866921"/>
                  <a:pt x="3808245" y="1842157"/>
                </a:cubicBezTo>
                <a:cubicBezTo>
                  <a:pt x="3805387" y="1839678"/>
                  <a:pt x="3801958" y="1837012"/>
                  <a:pt x="3800624" y="1833774"/>
                </a:cubicBezTo>
                <a:cubicBezTo>
                  <a:pt x="3786718" y="1800245"/>
                  <a:pt x="3773575" y="1766334"/>
                  <a:pt x="3758903" y="1733187"/>
                </a:cubicBezTo>
                <a:cubicBezTo>
                  <a:pt x="3753189" y="1720422"/>
                  <a:pt x="3746141" y="1707278"/>
                  <a:pt x="3736235" y="1697752"/>
                </a:cubicBezTo>
                <a:cubicBezTo>
                  <a:pt x="3713755" y="1676035"/>
                  <a:pt x="3689369" y="1656222"/>
                  <a:pt x="3679653" y="1624979"/>
                </a:cubicBezTo>
                <a:cubicBezTo>
                  <a:pt x="3676797" y="1615835"/>
                  <a:pt x="3675272" y="1604977"/>
                  <a:pt x="3677749" y="1596212"/>
                </a:cubicBezTo>
                <a:close/>
                <a:moveTo>
                  <a:pt x="3724447" y="1459072"/>
                </a:moveTo>
                <a:lnTo>
                  <a:pt x="3724446" y="1459073"/>
                </a:lnTo>
                <a:lnTo>
                  <a:pt x="3715229" y="1481571"/>
                </a:lnTo>
                <a:close/>
                <a:moveTo>
                  <a:pt x="3743640" y="1268757"/>
                </a:moveTo>
                <a:cubicBezTo>
                  <a:pt x="3744092" y="1275401"/>
                  <a:pt x="3745664" y="1281688"/>
                  <a:pt x="3748807" y="1286069"/>
                </a:cubicBezTo>
                <a:cubicBezTo>
                  <a:pt x="3763380" y="1306929"/>
                  <a:pt x="3769620" y="1328552"/>
                  <a:pt x="3771144" y="1350627"/>
                </a:cubicBezTo>
                <a:lnTo>
                  <a:pt x="3765550" y="1413839"/>
                </a:lnTo>
                <a:lnTo>
                  <a:pt x="3771145" y="1350626"/>
                </a:lnTo>
                <a:cubicBezTo>
                  <a:pt x="3769620" y="1328551"/>
                  <a:pt x="3763381" y="1306929"/>
                  <a:pt x="3748807" y="1286068"/>
                </a:cubicBezTo>
                <a:close/>
                <a:moveTo>
                  <a:pt x="3685369" y="773034"/>
                </a:moveTo>
                <a:lnTo>
                  <a:pt x="3685369" y="773035"/>
                </a:lnTo>
                <a:cubicBezTo>
                  <a:pt x="3687655" y="800276"/>
                  <a:pt x="3690893" y="827329"/>
                  <a:pt x="3693369" y="854379"/>
                </a:cubicBezTo>
                <a:cubicBezTo>
                  <a:pt x="3695655" y="878956"/>
                  <a:pt x="3696417" y="903722"/>
                  <a:pt x="3724422" y="915343"/>
                </a:cubicBezTo>
                <a:cubicBezTo>
                  <a:pt x="3728804" y="917059"/>
                  <a:pt x="3732042" y="922773"/>
                  <a:pt x="3734900" y="927155"/>
                </a:cubicBezTo>
                <a:cubicBezTo>
                  <a:pt x="3778908" y="994785"/>
                  <a:pt x="3777764" y="1030980"/>
                  <a:pt x="3731280" y="1097087"/>
                </a:cubicBezTo>
                <a:cubicBezTo>
                  <a:pt x="3726518" y="1103945"/>
                  <a:pt x="3723088" y="1118613"/>
                  <a:pt x="3726898" y="1123185"/>
                </a:cubicBezTo>
                <a:cubicBezTo>
                  <a:pt x="3742710" y="1142617"/>
                  <a:pt x="3749759" y="1162953"/>
                  <a:pt x="3751617" y="1184028"/>
                </a:cubicBezTo>
                <a:cubicBezTo>
                  <a:pt x="3749759" y="1162953"/>
                  <a:pt x="3742711" y="1142616"/>
                  <a:pt x="3726899" y="1123184"/>
                </a:cubicBezTo>
                <a:cubicBezTo>
                  <a:pt x="3723089" y="1118612"/>
                  <a:pt x="3726519" y="1103944"/>
                  <a:pt x="3731281" y="1097086"/>
                </a:cubicBezTo>
                <a:cubicBezTo>
                  <a:pt x="3777765" y="1030979"/>
                  <a:pt x="3778909" y="994784"/>
                  <a:pt x="3734901" y="927154"/>
                </a:cubicBezTo>
                <a:cubicBezTo>
                  <a:pt x="3732043" y="922772"/>
                  <a:pt x="3728805" y="917058"/>
                  <a:pt x="3724423" y="915342"/>
                </a:cubicBezTo>
                <a:cubicBezTo>
                  <a:pt x="3696417" y="903721"/>
                  <a:pt x="3695655" y="878955"/>
                  <a:pt x="3693369" y="854378"/>
                </a:cubicBezTo>
                <a:close/>
                <a:moveTo>
                  <a:pt x="3740770" y="517850"/>
                </a:moveTo>
                <a:lnTo>
                  <a:pt x="3731852" y="556047"/>
                </a:lnTo>
                <a:cubicBezTo>
                  <a:pt x="3729756" y="564048"/>
                  <a:pt x="3724232" y="572622"/>
                  <a:pt x="3725374" y="580050"/>
                </a:cubicBezTo>
                <a:cubicBezTo>
                  <a:pt x="3728708" y="601578"/>
                  <a:pt x="3726279" y="622200"/>
                  <a:pt x="3721993" y="642537"/>
                </a:cubicBezTo>
                <a:lnTo>
                  <a:pt x="3709470" y="694927"/>
                </a:lnTo>
                <a:lnTo>
                  <a:pt x="3721994" y="642536"/>
                </a:lnTo>
                <a:cubicBezTo>
                  <a:pt x="3726280" y="622200"/>
                  <a:pt x="3728709" y="601577"/>
                  <a:pt x="3725375" y="580049"/>
                </a:cubicBezTo>
                <a:cubicBezTo>
                  <a:pt x="3724233" y="572621"/>
                  <a:pt x="3729757" y="564047"/>
                  <a:pt x="3731853" y="556046"/>
                </a:cubicBezTo>
                <a:close/>
                <a:moveTo>
                  <a:pt x="3754065" y="298168"/>
                </a:moveTo>
                <a:lnTo>
                  <a:pt x="3739283" y="313532"/>
                </a:lnTo>
                <a:lnTo>
                  <a:pt x="3739283" y="313532"/>
                </a:lnTo>
                <a:lnTo>
                  <a:pt x="3739282" y="313533"/>
                </a:lnTo>
                <a:cubicBezTo>
                  <a:pt x="3735090" y="316389"/>
                  <a:pt x="3737376" y="330298"/>
                  <a:pt x="3738710" y="338870"/>
                </a:cubicBezTo>
                <a:lnTo>
                  <a:pt x="3738716" y="338898"/>
                </a:lnTo>
                <a:lnTo>
                  <a:pt x="3748617" y="395639"/>
                </a:lnTo>
                <a:lnTo>
                  <a:pt x="3744807" y="367327"/>
                </a:lnTo>
                <a:lnTo>
                  <a:pt x="3738716" y="338898"/>
                </a:lnTo>
                <a:lnTo>
                  <a:pt x="3738711" y="338869"/>
                </a:lnTo>
                <a:cubicBezTo>
                  <a:pt x="3738044" y="334583"/>
                  <a:pt x="3737139" y="328963"/>
                  <a:pt x="3736925" y="324057"/>
                </a:cubicBezTo>
                <a:lnTo>
                  <a:pt x="3739283" y="313532"/>
                </a:lnTo>
                <a:close/>
                <a:moveTo>
                  <a:pt x="3761610" y="281567"/>
                </a:moveTo>
                <a:lnTo>
                  <a:pt x="3756715" y="295414"/>
                </a:lnTo>
                <a:lnTo>
                  <a:pt x="3756716" y="295414"/>
                </a:lnTo>
                <a:close/>
                <a:moveTo>
                  <a:pt x="3748290" y="24485"/>
                </a:moveTo>
                <a:lnTo>
                  <a:pt x="3746027" y="74128"/>
                </a:lnTo>
                <a:cubicBezTo>
                  <a:pt x="3746950" y="91491"/>
                  <a:pt x="3749260" y="108702"/>
                  <a:pt x="3751951" y="125860"/>
                </a:cubicBezTo>
                <a:lnTo>
                  <a:pt x="3756346" y="153386"/>
                </a:lnTo>
                <a:lnTo>
                  <a:pt x="3764619" y="228943"/>
                </a:lnTo>
                <a:lnTo>
                  <a:pt x="3760160" y="177270"/>
                </a:lnTo>
                <a:lnTo>
                  <a:pt x="3756346" y="153386"/>
                </a:lnTo>
                <a:lnTo>
                  <a:pt x="3756147" y="151568"/>
                </a:lnTo>
                <a:cubicBezTo>
                  <a:pt x="3751917" y="125875"/>
                  <a:pt x="3747412" y="100173"/>
                  <a:pt x="3746028" y="74128"/>
                </a:cubicBezTo>
                <a:close/>
                <a:moveTo>
                  <a:pt x="3745709" y="0"/>
                </a:moveTo>
                <a:lnTo>
                  <a:pt x="3748427" y="21485"/>
                </a:lnTo>
                <a:lnTo>
                  <a:pt x="3745709" y="0"/>
                </a:lnTo>
                <a:lnTo>
                  <a:pt x="4209817" y="0"/>
                </a:lnTo>
                <a:lnTo>
                  <a:pt x="4208690" y="2816"/>
                </a:lnTo>
                <a:cubicBezTo>
                  <a:pt x="4200308" y="21485"/>
                  <a:pt x="4197640" y="43011"/>
                  <a:pt x="4194592" y="63586"/>
                </a:cubicBezTo>
                <a:cubicBezTo>
                  <a:pt x="4189067" y="101307"/>
                  <a:pt x="4185637" y="139218"/>
                  <a:pt x="4180685" y="176938"/>
                </a:cubicBezTo>
                <a:cubicBezTo>
                  <a:pt x="4179541" y="184940"/>
                  <a:pt x="4177447" y="194084"/>
                  <a:pt x="4172683" y="200181"/>
                </a:cubicBezTo>
                <a:cubicBezTo>
                  <a:pt x="4140678" y="241900"/>
                  <a:pt x="4131725" y="292578"/>
                  <a:pt x="4134771" y="340773"/>
                </a:cubicBezTo>
                <a:cubicBezTo>
                  <a:pt x="4137060" y="378685"/>
                  <a:pt x="4138774" y="415834"/>
                  <a:pt x="4135536" y="453363"/>
                </a:cubicBezTo>
                <a:cubicBezTo>
                  <a:pt x="4135344" y="456221"/>
                  <a:pt x="4135726" y="460031"/>
                  <a:pt x="4137250" y="462125"/>
                </a:cubicBezTo>
                <a:cubicBezTo>
                  <a:pt x="4147346" y="475080"/>
                  <a:pt x="4148108" y="488606"/>
                  <a:pt x="4149822" y="505181"/>
                </a:cubicBezTo>
                <a:cubicBezTo>
                  <a:pt x="4152300" y="528614"/>
                  <a:pt x="4150584" y="550140"/>
                  <a:pt x="4146394" y="571859"/>
                </a:cubicBezTo>
                <a:cubicBezTo>
                  <a:pt x="4143346" y="587671"/>
                  <a:pt x="4137060" y="603672"/>
                  <a:pt x="4129057" y="617771"/>
                </a:cubicBezTo>
                <a:cubicBezTo>
                  <a:pt x="4117817" y="637391"/>
                  <a:pt x="4113437" y="656254"/>
                  <a:pt x="4128295" y="674922"/>
                </a:cubicBezTo>
                <a:cubicBezTo>
                  <a:pt x="4144108" y="695115"/>
                  <a:pt x="4138584" y="717976"/>
                  <a:pt x="4139154" y="740267"/>
                </a:cubicBezTo>
                <a:cubicBezTo>
                  <a:pt x="4139346" y="749981"/>
                  <a:pt x="4138964" y="760269"/>
                  <a:pt x="4141440" y="769604"/>
                </a:cubicBezTo>
                <a:cubicBezTo>
                  <a:pt x="4148490" y="796654"/>
                  <a:pt x="4159158" y="822755"/>
                  <a:pt x="4163920" y="850188"/>
                </a:cubicBezTo>
                <a:cubicBezTo>
                  <a:pt x="4166587" y="865429"/>
                  <a:pt x="4161824" y="882383"/>
                  <a:pt x="4158396" y="898197"/>
                </a:cubicBezTo>
                <a:cubicBezTo>
                  <a:pt x="4154776" y="914199"/>
                  <a:pt x="4149252" y="930010"/>
                  <a:pt x="4143536" y="945443"/>
                </a:cubicBezTo>
                <a:cubicBezTo>
                  <a:pt x="4139726" y="955919"/>
                  <a:pt x="4136106" y="967349"/>
                  <a:pt x="4129247" y="975732"/>
                </a:cubicBezTo>
                <a:cubicBezTo>
                  <a:pt x="4113627" y="994784"/>
                  <a:pt x="4110959" y="1014405"/>
                  <a:pt x="4119151" y="1036886"/>
                </a:cubicBezTo>
                <a:cubicBezTo>
                  <a:pt x="4120485" y="1040314"/>
                  <a:pt x="4120485" y="1044314"/>
                  <a:pt x="4120675" y="1048124"/>
                </a:cubicBezTo>
                <a:cubicBezTo>
                  <a:pt x="4124675" y="1109090"/>
                  <a:pt x="4127153" y="1170050"/>
                  <a:pt x="4133249" y="1230632"/>
                </a:cubicBezTo>
                <a:cubicBezTo>
                  <a:pt x="4135726" y="1255205"/>
                  <a:pt x="4146584" y="1278828"/>
                  <a:pt x="4153442" y="1303023"/>
                </a:cubicBezTo>
                <a:cubicBezTo>
                  <a:pt x="4154776" y="1307977"/>
                  <a:pt x="4156872" y="1313503"/>
                  <a:pt x="4155918" y="1318455"/>
                </a:cubicBezTo>
                <a:cubicBezTo>
                  <a:pt x="4146394" y="1372367"/>
                  <a:pt x="4160300" y="1422853"/>
                  <a:pt x="4178589" y="1472574"/>
                </a:cubicBezTo>
                <a:cubicBezTo>
                  <a:pt x="4180495" y="1477716"/>
                  <a:pt x="4179923" y="1484003"/>
                  <a:pt x="4179541" y="1489719"/>
                </a:cubicBezTo>
                <a:cubicBezTo>
                  <a:pt x="4178209" y="1505723"/>
                  <a:pt x="4171541" y="1523058"/>
                  <a:pt x="4175541" y="1537536"/>
                </a:cubicBezTo>
                <a:cubicBezTo>
                  <a:pt x="4186591" y="1576018"/>
                  <a:pt x="4199926" y="1614119"/>
                  <a:pt x="4216690" y="1650316"/>
                </a:cubicBezTo>
                <a:cubicBezTo>
                  <a:pt x="4233645" y="1687085"/>
                  <a:pt x="4247933" y="1721184"/>
                  <a:pt x="4230789" y="1763286"/>
                </a:cubicBezTo>
                <a:cubicBezTo>
                  <a:pt x="4223548" y="1781193"/>
                  <a:pt x="4228693" y="1804815"/>
                  <a:pt x="4230597" y="1825392"/>
                </a:cubicBezTo>
                <a:cubicBezTo>
                  <a:pt x="4232121" y="1840440"/>
                  <a:pt x="4240696" y="1854919"/>
                  <a:pt x="4240696" y="1869779"/>
                </a:cubicBezTo>
                <a:cubicBezTo>
                  <a:pt x="4240696" y="1909407"/>
                  <a:pt x="4250791" y="1944648"/>
                  <a:pt x="4271366" y="1978939"/>
                </a:cubicBezTo>
                <a:cubicBezTo>
                  <a:pt x="4279367" y="1992278"/>
                  <a:pt x="4274032" y="2013042"/>
                  <a:pt x="4276128" y="2030377"/>
                </a:cubicBezTo>
                <a:cubicBezTo>
                  <a:pt x="4278604" y="2048667"/>
                  <a:pt x="4280890" y="2067524"/>
                  <a:pt x="4286418" y="2085053"/>
                </a:cubicBezTo>
                <a:cubicBezTo>
                  <a:pt x="4300895" y="2130392"/>
                  <a:pt x="4317278" y="2175162"/>
                  <a:pt x="4332518" y="2220311"/>
                </a:cubicBezTo>
                <a:cubicBezTo>
                  <a:pt x="4345093" y="2257458"/>
                  <a:pt x="4335186" y="2294038"/>
                  <a:pt x="4329853" y="2330805"/>
                </a:cubicBezTo>
                <a:cubicBezTo>
                  <a:pt x="4326422" y="2353858"/>
                  <a:pt x="4318230" y="2375382"/>
                  <a:pt x="4330422" y="2401291"/>
                </a:cubicBezTo>
                <a:cubicBezTo>
                  <a:pt x="4342044" y="2426058"/>
                  <a:pt x="4339377" y="2457491"/>
                  <a:pt x="4345663" y="2485306"/>
                </a:cubicBezTo>
                <a:cubicBezTo>
                  <a:pt x="4350997" y="2508741"/>
                  <a:pt x="4359572" y="2531408"/>
                  <a:pt x="4367953" y="2554078"/>
                </a:cubicBezTo>
                <a:cubicBezTo>
                  <a:pt x="4379384" y="2584941"/>
                  <a:pt x="4391384" y="2615420"/>
                  <a:pt x="4385670" y="2649142"/>
                </a:cubicBezTo>
                <a:cubicBezTo>
                  <a:pt x="4379192" y="2687435"/>
                  <a:pt x="4403577" y="2713722"/>
                  <a:pt x="4419771" y="2743825"/>
                </a:cubicBezTo>
                <a:cubicBezTo>
                  <a:pt x="4430819" y="2764589"/>
                  <a:pt x="4439012" y="2787258"/>
                  <a:pt x="4445870" y="2809929"/>
                </a:cubicBezTo>
                <a:cubicBezTo>
                  <a:pt x="4454824" y="2840218"/>
                  <a:pt x="4460158" y="2871461"/>
                  <a:pt x="4468921" y="2901942"/>
                </a:cubicBezTo>
                <a:cubicBezTo>
                  <a:pt x="4482065" y="2948046"/>
                  <a:pt x="4492353" y="2994721"/>
                  <a:pt x="4485113" y="3042727"/>
                </a:cubicBezTo>
                <a:cubicBezTo>
                  <a:pt x="4481875" y="3064826"/>
                  <a:pt x="4482065" y="3085402"/>
                  <a:pt x="4486829" y="3107499"/>
                </a:cubicBezTo>
                <a:cubicBezTo>
                  <a:pt x="4494639" y="3143694"/>
                  <a:pt x="4495592" y="3180843"/>
                  <a:pt x="4524738" y="3209992"/>
                </a:cubicBezTo>
                <a:cubicBezTo>
                  <a:pt x="4535027" y="3220279"/>
                  <a:pt x="4537693" y="3238757"/>
                  <a:pt x="4543028" y="3253808"/>
                </a:cubicBezTo>
                <a:cubicBezTo>
                  <a:pt x="4549315" y="3271144"/>
                  <a:pt x="4546075" y="3283907"/>
                  <a:pt x="4527787" y="3293243"/>
                </a:cubicBezTo>
                <a:cubicBezTo>
                  <a:pt x="4519596" y="3297433"/>
                  <a:pt x="4511594" y="3309436"/>
                  <a:pt x="4510260" y="3318770"/>
                </a:cubicBezTo>
                <a:cubicBezTo>
                  <a:pt x="4506260" y="3346775"/>
                  <a:pt x="4512166" y="3372494"/>
                  <a:pt x="4525122" y="3399545"/>
                </a:cubicBezTo>
                <a:cubicBezTo>
                  <a:pt x="4537313" y="3424882"/>
                  <a:pt x="4535979" y="3456507"/>
                  <a:pt x="4540741" y="3485274"/>
                </a:cubicBezTo>
                <a:cubicBezTo>
                  <a:pt x="4544171" y="3505656"/>
                  <a:pt x="4551219" y="3526041"/>
                  <a:pt x="4551219" y="3546616"/>
                </a:cubicBezTo>
                <a:cubicBezTo>
                  <a:pt x="4551219" y="3572145"/>
                  <a:pt x="4545123" y="3597481"/>
                  <a:pt x="4542837" y="3623200"/>
                </a:cubicBezTo>
                <a:cubicBezTo>
                  <a:pt x="4540933" y="3643203"/>
                  <a:pt x="4541695" y="3663588"/>
                  <a:pt x="4539409" y="3683590"/>
                </a:cubicBezTo>
                <a:cubicBezTo>
                  <a:pt x="4537693" y="3699975"/>
                  <a:pt x="4533313" y="3716167"/>
                  <a:pt x="4529694" y="3732360"/>
                </a:cubicBezTo>
                <a:cubicBezTo>
                  <a:pt x="4528359" y="3738266"/>
                  <a:pt x="4523214" y="3744172"/>
                  <a:pt x="4523976" y="3749505"/>
                </a:cubicBezTo>
                <a:cubicBezTo>
                  <a:pt x="4532169" y="3802466"/>
                  <a:pt x="4495592" y="3840568"/>
                  <a:pt x="4479399" y="3885337"/>
                </a:cubicBezTo>
                <a:cubicBezTo>
                  <a:pt x="4462252" y="3932393"/>
                  <a:pt x="4435964" y="3977924"/>
                  <a:pt x="4443774" y="4030502"/>
                </a:cubicBezTo>
                <a:cubicBezTo>
                  <a:pt x="4448536" y="4062317"/>
                  <a:pt x="4459586" y="4092988"/>
                  <a:pt x="4466255" y="4124613"/>
                </a:cubicBezTo>
                <a:cubicBezTo>
                  <a:pt x="4468541" y="4135853"/>
                  <a:pt x="4468159" y="4148426"/>
                  <a:pt x="4465873" y="4159666"/>
                </a:cubicBezTo>
                <a:cubicBezTo>
                  <a:pt x="4455394" y="4213960"/>
                  <a:pt x="4453871" y="4267492"/>
                  <a:pt x="4471017" y="4320836"/>
                </a:cubicBezTo>
                <a:cubicBezTo>
                  <a:pt x="4473875" y="4329978"/>
                  <a:pt x="4476541" y="4339694"/>
                  <a:pt x="4476541" y="4349221"/>
                </a:cubicBezTo>
                <a:cubicBezTo>
                  <a:pt x="4476541" y="4401418"/>
                  <a:pt x="4472541" y="4452664"/>
                  <a:pt x="4453871" y="4502578"/>
                </a:cubicBezTo>
                <a:cubicBezTo>
                  <a:pt x="4447584" y="4519342"/>
                  <a:pt x="4451584" y="4539727"/>
                  <a:pt x="4450060" y="4558206"/>
                </a:cubicBezTo>
                <a:cubicBezTo>
                  <a:pt x="4448728" y="4575350"/>
                  <a:pt x="4448156" y="4592877"/>
                  <a:pt x="4443774" y="4609451"/>
                </a:cubicBezTo>
                <a:cubicBezTo>
                  <a:pt x="4437298" y="4633646"/>
                  <a:pt x="4436536" y="4656125"/>
                  <a:pt x="4442250" y="4681082"/>
                </a:cubicBezTo>
                <a:cubicBezTo>
                  <a:pt x="4447584" y="4704894"/>
                  <a:pt x="4444919" y="4730613"/>
                  <a:pt x="4445108" y="4755380"/>
                </a:cubicBezTo>
                <a:cubicBezTo>
                  <a:pt x="4445298" y="4783003"/>
                  <a:pt x="4445488" y="4810626"/>
                  <a:pt x="4444537" y="4838249"/>
                </a:cubicBezTo>
                <a:cubicBezTo>
                  <a:pt x="4444156" y="4849299"/>
                  <a:pt x="4436536" y="4861872"/>
                  <a:pt x="4439584" y="4871018"/>
                </a:cubicBezTo>
                <a:cubicBezTo>
                  <a:pt x="4449870" y="4900545"/>
                  <a:pt x="4437488" y="4930074"/>
                  <a:pt x="4443012" y="4959601"/>
                </a:cubicBezTo>
                <a:cubicBezTo>
                  <a:pt x="4445870" y="4974081"/>
                  <a:pt x="4438060" y="4990464"/>
                  <a:pt x="4437298" y="5006085"/>
                </a:cubicBezTo>
                <a:cubicBezTo>
                  <a:pt x="4435964" y="5031613"/>
                  <a:pt x="4436536" y="5057140"/>
                  <a:pt x="4436154" y="5082669"/>
                </a:cubicBezTo>
                <a:cubicBezTo>
                  <a:pt x="4435964" y="5091051"/>
                  <a:pt x="4435203" y="5099244"/>
                  <a:pt x="4434819" y="5107626"/>
                </a:cubicBezTo>
                <a:cubicBezTo>
                  <a:pt x="4434439" y="5115056"/>
                  <a:pt x="4432725" y="5122866"/>
                  <a:pt x="4434057" y="5129915"/>
                </a:cubicBezTo>
                <a:cubicBezTo>
                  <a:pt x="4438822" y="5155444"/>
                  <a:pt x="4446632" y="5180590"/>
                  <a:pt x="4449680" y="5206307"/>
                </a:cubicBezTo>
                <a:cubicBezTo>
                  <a:pt x="4452346" y="5228596"/>
                  <a:pt x="4448728" y="5251649"/>
                  <a:pt x="4450632" y="5274128"/>
                </a:cubicBezTo>
                <a:cubicBezTo>
                  <a:pt x="4453871" y="5313753"/>
                  <a:pt x="4459586" y="5353378"/>
                  <a:pt x="4463207" y="5393004"/>
                </a:cubicBezTo>
                <a:cubicBezTo>
                  <a:pt x="4463968" y="5401578"/>
                  <a:pt x="4459204" y="5410530"/>
                  <a:pt x="4458824" y="5419294"/>
                </a:cubicBezTo>
                <a:cubicBezTo>
                  <a:pt x="4457872" y="5446727"/>
                  <a:pt x="4457680" y="5474160"/>
                  <a:pt x="4457110" y="5501593"/>
                </a:cubicBezTo>
                <a:cubicBezTo>
                  <a:pt x="4456918" y="5517214"/>
                  <a:pt x="4457490" y="5533026"/>
                  <a:pt x="4455776" y="5548459"/>
                </a:cubicBezTo>
                <a:cubicBezTo>
                  <a:pt x="4453490" y="5568841"/>
                  <a:pt x="4450060" y="5587320"/>
                  <a:pt x="4464920" y="5606371"/>
                </a:cubicBezTo>
                <a:cubicBezTo>
                  <a:pt x="4487972" y="5635710"/>
                  <a:pt x="4479018" y="5673049"/>
                  <a:pt x="4484351" y="5706958"/>
                </a:cubicBezTo>
                <a:cubicBezTo>
                  <a:pt x="4485685" y="5715722"/>
                  <a:pt x="4485875" y="5724677"/>
                  <a:pt x="4487399" y="5733439"/>
                </a:cubicBezTo>
                <a:cubicBezTo>
                  <a:pt x="4490257" y="5749633"/>
                  <a:pt x="4493495" y="5765634"/>
                  <a:pt x="4496736" y="5781829"/>
                </a:cubicBezTo>
                <a:cubicBezTo>
                  <a:pt x="4497306" y="5784685"/>
                  <a:pt x="4497498" y="5787923"/>
                  <a:pt x="4498450" y="5790591"/>
                </a:cubicBezTo>
                <a:cubicBezTo>
                  <a:pt x="4506450" y="5815168"/>
                  <a:pt x="4515594" y="5839360"/>
                  <a:pt x="4522072" y="5864317"/>
                </a:cubicBezTo>
                <a:cubicBezTo>
                  <a:pt x="4525311" y="5876510"/>
                  <a:pt x="4525693" y="5890036"/>
                  <a:pt x="4523976" y="5902609"/>
                </a:cubicBezTo>
                <a:cubicBezTo>
                  <a:pt x="4519024" y="5939376"/>
                  <a:pt x="4516928" y="5975763"/>
                  <a:pt x="4524168" y="6012722"/>
                </a:cubicBezTo>
                <a:cubicBezTo>
                  <a:pt x="4527025" y="6027391"/>
                  <a:pt x="4522263" y="6043775"/>
                  <a:pt x="4520548" y="6059396"/>
                </a:cubicBezTo>
                <a:cubicBezTo>
                  <a:pt x="4515976" y="6096735"/>
                  <a:pt x="4511022" y="6134074"/>
                  <a:pt x="4506642" y="6171604"/>
                </a:cubicBezTo>
                <a:cubicBezTo>
                  <a:pt x="4503975" y="6195036"/>
                  <a:pt x="4502450" y="6218659"/>
                  <a:pt x="4499785" y="6242092"/>
                </a:cubicBezTo>
                <a:cubicBezTo>
                  <a:pt x="4496544" y="6269143"/>
                  <a:pt x="4491591" y="6296004"/>
                  <a:pt x="4488923" y="6323057"/>
                </a:cubicBezTo>
                <a:cubicBezTo>
                  <a:pt x="4485875" y="6353918"/>
                  <a:pt x="4485305" y="6384971"/>
                  <a:pt x="4482065" y="6415832"/>
                </a:cubicBezTo>
                <a:cubicBezTo>
                  <a:pt x="4475779" y="6472224"/>
                  <a:pt x="4468349" y="6528423"/>
                  <a:pt x="4461300" y="6584811"/>
                </a:cubicBezTo>
                <a:cubicBezTo>
                  <a:pt x="4454442" y="6639487"/>
                  <a:pt x="4448346" y="6694163"/>
                  <a:pt x="4439775" y="6748457"/>
                </a:cubicBezTo>
                <a:cubicBezTo>
                  <a:pt x="4436154" y="6771318"/>
                  <a:pt x="4426247" y="6793034"/>
                  <a:pt x="4420723" y="6815515"/>
                </a:cubicBezTo>
                <a:lnTo>
                  <a:pt x="4411023" y="6858000"/>
                </a:lnTo>
                <a:lnTo>
                  <a:pt x="4238770" y="6858000"/>
                </a:lnTo>
                <a:lnTo>
                  <a:pt x="0" y="6858000"/>
                </a:lnTo>
                <a:lnTo>
                  <a:pt x="0" y="1"/>
                </a:lnTo>
                <a:close/>
              </a:path>
            </a:pathLst>
          </a:custGeom>
        </p:spPr>
      </p:pic>
      <p:grpSp>
        <p:nvGrpSpPr>
          <p:cNvPr id="9" name="Group 8">
            <a:extLst>
              <a:ext uri="{FF2B5EF4-FFF2-40B4-BE49-F238E27FC236}">
                <a16:creationId xmlns:a16="http://schemas.microsoft.com/office/drawing/2014/main" id="{A7900967-84CA-47B4-9F1C-E787BAC149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effectLst>
            <a:outerShdw blurRad="381000" dist="152400" algn="l" rotWithShape="0">
              <a:prstClr val="black">
                <a:alpha val="10000"/>
              </a:prstClr>
            </a:outerShdw>
          </a:effectLst>
        </p:grpSpPr>
        <p:sp>
          <p:nvSpPr>
            <p:cNvPr id="14" name="Freeform: Shape 13">
              <a:extLst>
                <a:ext uri="{FF2B5EF4-FFF2-40B4-BE49-F238E27FC236}">
                  <a16:creationId xmlns:a16="http://schemas.microsoft.com/office/drawing/2014/main" id="{CAB3C749-6482-440B-9386-94091006D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3C5C6B36-2238-4BBF-87F8-B1B3F5DD5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6115979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01D3E3-C64E-D903-5B60-7459F60B55D4}"/>
              </a:ext>
            </a:extLst>
          </p:cNvPr>
          <p:cNvSpPr/>
          <p:nvPr/>
        </p:nvSpPr>
        <p:spPr>
          <a:xfrm>
            <a:off x="0" y="1905506"/>
            <a:ext cx="12192000" cy="3046988"/>
          </a:xfrm>
          <a:prstGeom prst="rect">
            <a:avLst/>
          </a:prstGeom>
          <a:noFill/>
        </p:spPr>
        <p:txBody>
          <a:bodyPr wrap="square" lIns="91440" tIns="45720" rIns="91440" bIns="45720">
            <a:spAutoFit/>
          </a:bodyPr>
          <a:lstStyle/>
          <a:p>
            <a:pPr algn="ctr"/>
            <a:r>
              <a:rPr lang="en-US" sz="9600" b="0" cap="none" spc="0">
                <a:ln w="0"/>
                <a:solidFill>
                  <a:srgbClr val="0070C0"/>
                </a:solidFill>
                <a:effectLst>
                  <a:outerShdw blurRad="38100" dist="25400" dir="5400000" algn="ctr" rotWithShape="0">
                    <a:srgbClr val="6E747A">
                      <a:alpha val="43000"/>
                    </a:srgbClr>
                  </a:outerShdw>
                </a:effectLst>
              </a:rPr>
              <a:t>There are </a:t>
            </a:r>
          </a:p>
          <a:p>
            <a:pPr algn="ctr"/>
            <a:r>
              <a:rPr lang="en-US" sz="9600" b="0" cap="none" spc="0">
                <a:ln w="0"/>
                <a:solidFill>
                  <a:srgbClr val="0070C0"/>
                </a:solidFill>
                <a:effectLst>
                  <a:outerShdw blurRad="38100" dist="25400" dir="5400000" algn="ctr" rotWithShape="0">
                    <a:srgbClr val="6E747A">
                      <a:alpha val="43000"/>
                    </a:srgbClr>
                  </a:outerShdw>
                </a:effectLst>
              </a:rPr>
              <a:t>many more……</a:t>
            </a:r>
          </a:p>
        </p:txBody>
      </p:sp>
    </p:spTree>
    <p:extLst>
      <p:ext uri="{BB962C8B-B14F-4D97-AF65-F5344CB8AC3E}">
        <p14:creationId xmlns:p14="http://schemas.microsoft.com/office/powerpoint/2010/main" val="1411525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standing in a muddy puddle&#10;&#10;Description automatically generated">
            <a:extLst>
              <a:ext uri="{FF2B5EF4-FFF2-40B4-BE49-F238E27FC236}">
                <a16:creationId xmlns:a16="http://schemas.microsoft.com/office/drawing/2014/main" id="{923860DB-C991-6B7D-CBCF-344899572A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3 with solid fill">
            <a:extLst>
              <a:ext uri="{FF2B5EF4-FFF2-40B4-BE49-F238E27FC236}">
                <a16:creationId xmlns:a16="http://schemas.microsoft.com/office/drawing/2014/main" id="{53164C19-9421-C9A1-AA61-C42C3911B1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 y="5493715"/>
            <a:ext cx="1363003" cy="1363003"/>
          </a:xfrm>
          <a:prstGeom prst="rect">
            <a:avLst/>
          </a:prstGeom>
        </p:spPr>
      </p:pic>
    </p:spTree>
    <p:extLst>
      <p:ext uri="{BB962C8B-B14F-4D97-AF65-F5344CB8AC3E}">
        <p14:creationId xmlns:p14="http://schemas.microsoft.com/office/powerpoint/2010/main" val="19366585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9F1E7B-D00B-F855-FDBF-50BB5129743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89A4A90-04D9-24B8-EEC8-E9CE7918D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E917779A-2EE2-0DFB-20EE-6A6E8F1CC18B}"/>
              </a:ext>
            </a:extLst>
          </p:cNvPr>
          <p:cNvPicPr>
            <a:picLocks noChangeAspect="1"/>
          </p:cNvPicPr>
          <p:nvPr/>
        </p:nvPicPr>
        <p:blipFill>
          <a:blip r:embed="rId2" cstate="email">
            <a:extLst>
              <a:ext uri="{28A0092B-C50C-407E-A947-70E740481C1C}">
                <a14:useLocalDpi xmlns:a14="http://schemas.microsoft.com/office/drawing/2010/main"/>
              </a:ext>
            </a:extLst>
          </a:blip>
          <a:srcRect t="6749" b="8997"/>
          <a:stretch>
            <a:fillRect/>
          </a:stretch>
        </p:blipFill>
        <p:spPr>
          <a:xfrm>
            <a:off x="20" y="1282"/>
            <a:ext cx="12191980" cy="6856718"/>
          </a:xfrm>
          <a:prstGeom prst="rect">
            <a:avLst/>
          </a:prstGeom>
        </p:spPr>
      </p:pic>
    </p:spTree>
    <p:extLst>
      <p:ext uri="{BB962C8B-B14F-4D97-AF65-F5344CB8AC3E}">
        <p14:creationId xmlns:p14="http://schemas.microsoft.com/office/powerpoint/2010/main" val="39755718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EA848-E447-4684-1FB6-E5A3DFF6691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C8D88F5-D75C-BD20-DF41-C1C1D809B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460570AD-471B-7416-FF32-FF610BFBEDB7}"/>
              </a:ext>
            </a:extLst>
          </p:cNvPr>
          <p:cNvPicPr>
            <a:picLocks noChangeAspect="1"/>
          </p:cNvPicPr>
          <p:nvPr/>
        </p:nvPicPr>
        <p:blipFill>
          <a:blip r:embed="rId2" cstate="email">
            <a:extLst>
              <a:ext uri="{28A0092B-C50C-407E-A947-70E740481C1C}">
                <a14:useLocalDpi xmlns:a14="http://schemas.microsoft.com/office/drawing/2010/main"/>
              </a:ext>
            </a:extLst>
          </a:blip>
          <a:srcRect t="6749" b="8997"/>
          <a:stretch>
            <a:fillRect/>
          </a:stretch>
        </p:blipFill>
        <p:spPr>
          <a:xfrm>
            <a:off x="20" y="1282"/>
            <a:ext cx="12191980" cy="6856718"/>
          </a:xfrm>
          <a:prstGeom prst="rect">
            <a:avLst/>
          </a:prstGeom>
        </p:spPr>
      </p:pic>
      <p:sp>
        <p:nvSpPr>
          <p:cNvPr id="3" name="Rectangle 2">
            <a:extLst>
              <a:ext uri="{FF2B5EF4-FFF2-40B4-BE49-F238E27FC236}">
                <a16:creationId xmlns:a16="http://schemas.microsoft.com/office/drawing/2014/main" id="{1BE16A6D-F4CF-C9C6-3B9C-65BEDAB67EC5}"/>
              </a:ext>
            </a:extLst>
          </p:cNvPr>
          <p:cNvSpPr/>
          <p:nvPr/>
        </p:nvSpPr>
        <p:spPr>
          <a:xfrm>
            <a:off x="0" y="2517068"/>
            <a:ext cx="12192000" cy="2215991"/>
          </a:xfrm>
          <a:prstGeom prst="rect">
            <a:avLst/>
          </a:prstGeom>
          <a:noFill/>
        </p:spPr>
        <p:txBody>
          <a:bodyPr wrap="square" lIns="91440" tIns="45720" rIns="91440" bIns="45720">
            <a:spAutoFit/>
          </a:bodyPr>
          <a:lstStyle/>
          <a:p>
            <a:pPr algn="ctr"/>
            <a:r>
              <a:rPr lang="en-US" sz="13800" b="1" cap="none" spc="50">
                <a:ln w="9525" cmpd="sng">
                  <a:solidFill>
                    <a:schemeClr val="accent1"/>
                  </a:solidFill>
                  <a:prstDash val="solid"/>
                </a:ln>
                <a:solidFill>
                  <a:srgbClr val="70AD47">
                    <a:tint val="1000"/>
                  </a:srgbClr>
                </a:solidFill>
                <a:effectLst>
                  <a:glow rad="38100">
                    <a:schemeClr val="accent1">
                      <a:alpha val="40000"/>
                    </a:schemeClr>
                  </a:glow>
                </a:effectLst>
              </a:rPr>
              <a:t>Who is he?</a:t>
            </a:r>
          </a:p>
        </p:txBody>
      </p:sp>
    </p:spTree>
    <p:extLst>
      <p:ext uri="{BB962C8B-B14F-4D97-AF65-F5344CB8AC3E}">
        <p14:creationId xmlns:p14="http://schemas.microsoft.com/office/powerpoint/2010/main" val="1045756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519B2-2847-09C2-E88E-08EE0198846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682E17D-B85A-8B84-26D9-FDF541DD3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76F6471-F0AE-CE93-2638-F68D46D6CB2D}"/>
              </a:ext>
            </a:extLst>
          </p:cNvPr>
          <p:cNvPicPr>
            <a:picLocks noChangeAspect="1"/>
          </p:cNvPicPr>
          <p:nvPr/>
        </p:nvPicPr>
        <p:blipFill>
          <a:blip r:embed="rId2" cstate="email">
            <a:extLst>
              <a:ext uri="{28A0092B-C50C-407E-A947-70E740481C1C}">
                <a14:useLocalDpi xmlns:a14="http://schemas.microsoft.com/office/drawing/2010/main"/>
              </a:ext>
            </a:extLst>
          </a:blip>
          <a:srcRect t="6749" b="8997"/>
          <a:stretch>
            <a:fillRect/>
          </a:stretch>
        </p:blipFill>
        <p:spPr>
          <a:xfrm>
            <a:off x="20" y="1282"/>
            <a:ext cx="12191980" cy="6856718"/>
          </a:xfrm>
          <a:prstGeom prst="rect">
            <a:avLst/>
          </a:prstGeom>
        </p:spPr>
      </p:pic>
      <p:sp>
        <p:nvSpPr>
          <p:cNvPr id="3" name="Rectangle 2">
            <a:extLst>
              <a:ext uri="{FF2B5EF4-FFF2-40B4-BE49-F238E27FC236}">
                <a16:creationId xmlns:a16="http://schemas.microsoft.com/office/drawing/2014/main" id="{7AB212E1-9DB5-C999-8107-212A479F0570}"/>
              </a:ext>
            </a:extLst>
          </p:cNvPr>
          <p:cNvSpPr/>
          <p:nvPr/>
        </p:nvSpPr>
        <p:spPr>
          <a:xfrm>
            <a:off x="0" y="2517068"/>
            <a:ext cx="12192000" cy="4339650"/>
          </a:xfrm>
          <a:prstGeom prst="rect">
            <a:avLst/>
          </a:prstGeom>
          <a:noFill/>
        </p:spPr>
        <p:txBody>
          <a:bodyPr wrap="square" lIns="91440" tIns="45720" rIns="91440" bIns="45720">
            <a:spAutoFit/>
          </a:bodyPr>
          <a:lstStyle/>
          <a:p>
            <a:pPr algn="ctr"/>
            <a:r>
              <a:rPr lang="en-US" sz="13800" b="1" cap="none" spc="50">
                <a:ln w="9525" cmpd="sng">
                  <a:solidFill>
                    <a:schemeClr val="accent1"/>
                  </a:solidFill>
                  <a:prstDash val="solid"/>
                </a:ln>
                <a:solidFill>
                  <a:srgbClr val="70AD47">
                    <a:tint val="1000"/>
                  </a:srgbClr>
                </a:solidFill>
                <a:effectLst>
                  <a:glow rad="38100">
                    <a:schemeClr val="accent1">
                      <a:alpha val="40000"/>
                    </a:schemeClr>
                  </a:glow>
                </a:effectLst>
              </a:rPr>
              <a:t>What does he say?</a:t>
            </a:r>
          </a:p>
        </p:txBody>
      </p:sp>
    </p:spTree>
    <p:extLst>
      <p:ext uri="{BB962C8B-B14F-4D97-AF65-F5344CB8AC3E}">
        <p14:creationId xmlns:p14="http://schemas.microsoft.com/office/powerpoint/2010/main" val="20172507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0189C0-90BC-AAAA-2067-8F6E54D4FB3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CA5A9-A69F-C018-58CE-228416DCF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858E79CF-0296-968C-DAF5-93FC4592998B}"/>
              </a:ext>
            </a:extLst>
          </p:cNvPr>
          <p:cNvPicPr>
            <a:picLocks noChangeAspect="1"/>
          </p:cNvPicPr>
          <p:nvPr/>
        </p:nvPicPr>
        <p:blipFill>
          <a:blip r:embed="rId2" cstate="email">
            <a:extLst>
              <a:ext uri="{28A0092B-C50C-407E-A947-70E740481C1C}">
                <a14:useLocalDpi xmlns:a14="http://schemas.microsoft.com/office/drawing/2010/main"/>
              </a:ext>
            </a:extLst>
          </a:blip>
          <a:srcRect t="6749" b="8997"/>
          <a:stretch>
            <a:fillRect/>
          </a:stretch>
        </p:blipFill>
        <p:spPr>
          <a:xfrm>
            <a:off x="20" y="1282"/>
            <a:ext cx="12191980" cy="6856718"/>
          </a:xfrm>
          <a:prstGeom prst="rect">
            <a:avLst/>
          </a:prstGeom>
        </p:spPr>
      </p:pic>
      <p:sp>
        <p:nvSpPr>
          <p:cNvPr id="3" name="Rectangle 2">
            <a:extLst>
              <a:ext uri="{FF2B5EF4-FFF2-40B4-BE49-F238E27FC236}">
                <a16:creationId xmlns:a16="http://schemas.microsoft.com/office/drawing/2014/main" id="{C0689119-6452-33D8-78D0-62BA5ACD7337}"/>
              </a:ext>
            </a:extLst>
          </p:cNvPr>
          <p:cNvSpPr/>
          <p:nvPr/>
        </p:nvSpPr>
        <p:spPr>
          <a:xfrm>
            <a:off x="0" y="2517068"/>
            <a:ext cx="12192000" cy="4339650"/>
          </a:xfrm>
          <a:prstGeom prst="rect">
            <a:avLst/>
          </a:prstGeom>
          <a:noFill/>
        </p:spPr>
        <p:txBody>
          <a:bodyPr wrap="square" lIns="91440" tIns="45720" rIns="91440" bIns="45720">
            <a:spAutoFit/>
          </a:bodyPr>
          <a:lstStyle/>
          <a:p>
            <a:pPr algn="ctr"/>
            <a:r>
              <a:rPr lang="en-US" sz="13800" b="1" cap="none" spc="50">
                <a:ln w="9525" cmpd="sng">
                  <a:solidFill>
                    <a:schemeClr val="accent1"/>
                  </a:solidFill>
                  <a:prstDash val="solid"/>
                </a:ln>
                <a:solidFill>
                  <a:srgbClr val="70AD47">
                    <a:tint val="1000"/>
                  </a:srgbClr>
                </a:solidFill>
                <a:effectLst>
                  <a:glow rad="38100">
                    <a:schemeClr val="accent1">
                      <a:alpha val="40000"/>
                    </a:schemeClr>
                  </a:glow>
                </a:effectLst>
              </a:rPr>
              <a:t>When do I hear him the most?</a:t>
            </a:r>
          </a:p>
        </p:txBody>
      </p:sp>
    </p:spTree>
    <p:extLst>
      <p:ext uri="{BB962C8B-B14F-4D97-AF65-F5344CB8AC3E}">
        <p14:creationId xmlns:p14="http://schemas.microsoft.com/office/powerpoint/2010/main" val="4089639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BE76B5A7-E5D9-71B1-860D-B50E39CFD6D9}"/>
              </a:ext>
            </a:extLst>
          </p:cNvPr>
          <p:cNvPicPr>
            <a:picLocks noChangeAspect="1"/>
          </p:cNvPicPr>
          <p:nvPr/>
        </p:nvPicPr>
        <p:blipFill>
          <a:blip r:embed="rId3" cstate="email">
            <a:extLst>
              <a:ext uri="{28A0092B-C50C-407E-A947-70E740481C1C}">
                <a14:useLocalDpi xmlns:a14="http://schemas.microsoft.com/office/drawing/2010/main"/>
              </a:ext>
            </a:extLst>
          </a:blip>
          <a:srcRect t="9314" b="6432"/>
          <a:stretch>
            <a:fillRect/>
          </a:stretch>
        </p:blipFill>
        <p:spPr>
          <a:xfrm>
            <a:off x="20" y="1282"/>
            <a:ext cx="12191980" cy="6856718"/>
          </a:xfrm>
          <a:prstGeom prst="rect">
            <a:avLst/>
          </a:prstGeom>
        </p:spPr>
      </p:pic>
    </p:spTree>
    <p:extLst>
      <p:ext uri="{BB962C8B-B14F-4D97-AF65-F5344CB8AC3E}">
        <p14:creationId xmlns:p14="http://schemas.microsoft.com/office/powerpoint/2010/main" val="9928703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icrophone&#10;&#10;Description automatically generated">
            <a:extLst>
              <a:ext uri="{FF2B5EF4-FFF2-40B4-BE49-F238E27FC236}">
                <a16:creationId xmlns:a16="http://schemas.microsoft.com/office/drawing/2014/main" id="{3329A836-FA4C-49AB-52E7-325741C80E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14704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lifting a barbell&#10;&#10;Description automatically generated">
            <a:extLst>
              <a:ext uri="{FF2B5EF4-FFF2-40B4-BE49-F238E27FC236}">
                <a16:creationId xmlns:a16="http://schemas.microsoft.com/office/drawing/2014/main" id="{7B8C2E82-6065-7FDE-6232-32F2A98F304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6683376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people in fencing gear&#10;&#10;Description automatically generated">
            <a:extLst>
              <a:ext uri="{FF2B5EF4-FFF2-40B4-BE49-F238E27FC236}">
                <a16:creationId xmlns:a16="http://schemas.microsoft.com/office/drawing/2014/main" id="{8A6EC975-AD65-854D-1E35-FC850D882AF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0037039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Doubtful man in pink background">
            <a:extLst>
              <a:ext uri="{FF2B5EF4-FFF2-40B4-BE49-F238E27FC236}">
                <a16:creationId xmlns:a16="http://schemas.microsoft.com/office/drawing/2014/main" id="{8BBBB524-DC07-6D36-6D4F-EF0FC1E188E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27256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367903-4836-4E54-BD5E-5AAE9C733B8F}"/>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0" cap="none" spc="0">
                <a:ln w="0"/>
                <a:solidFill>
                  <a:srgbClr val="0070C0"/>
                </a:solidFill>
                <a:effectLst>
                  <a:outerShdw blurRad="38100" dist="25400" dir="5400000" algn="ctr" rotWithShape="0">
                    <a:srgbClr val="6E747A">
                      <a:alpha val="43000"/>
                    </a:srgbClr>
                  </a:outerShdw>
                </a:effectLst>
              </a:rPr>
              <a:t>Negative self talk </a:t>
            </a:r>
          </a:p>
        </p:txBody>
      </p:sp>
      <p:sp>
        <p:nvSpPr>
          <p:cNvPr id="5" name="Rectangle 4">
            <a:extLst>
              <a:ext uri="{FF2B5EF4-FFF2-40B4-BE49-F238E27FC236}">
                <a16:creationId xmlns:a16="http://schemas.microsoft.com/office/drawing/2014/main" id="{14DA74CB-98B8-846D-1D99-A1B334B0B811}"/>
              </a:ext>
            </a:extLst>
          </p:cNvPr>
          <p:cNvSpPr/>
          <p:nvPr/>
        </p:nvSpPr>
        <p:spPr>
          <a:xfrm>
            <a:off x="0" y="2676144"/>
            <a:ext cx="12192000" cy="1938992"/>
          </a:xfrm>
          <a:prstGeom prst="rect">
            <a:avLst/>
          </a:prstGeom>
          <a:noFill/>
        </p:spPr>
        <p:txBody>
          <a:bodyPr wrap="square" lIns="91440" tIns="45720" rIns="91440" bIns="45720">
            <a:spAutoFit/>
          </a:bodyPr>
          <a:lstStyle/>
          <a:p>
            <a:pPr algn="ctr"/>
            <a:r>
              <a:rPr lang="en-US" sz="6000" b="0" cap="none" spc="0">
                <a:ln w="0"/>
                <a:solidFill>
                  <a:srgbClr val="E66100"/>
                </a:solidFill>
                <a:effectLst>
                  <a:outerShdw blurRad="38100" dist="25400" dir="5400000" algn="ctr" rotWithShape="0">
                    <a:srgbClr val="6E747A">
                      <a:alpha val="43000"/>
                    </a:srgbClr>
                  </a:outerShdw>
                </a:effectLst>
              </a:rPr>
              <a:t>“I know nothing about that new technology so I should just avoid it.”</a:t>
            </a:r>
          </a:p>
        </p:txBody>
      </p:sp>
    </p:spTree>
    <p:extLst>
      <p:ext uri="{BB962C8B-B14F-4D97-AF65-F5344CB8AC3E}">
        <p14:creationId xmlns:p14="http://schemas.microsoft.com/office/powerpoint/2010/main" val="16865812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367903-4836-4E54-BD5E-5AAE9C733B8F}"/>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1" cap="none" spc="0">
                <a:ln w="0"/>
                <a:solidFill>
                  <a:srgbClr val="0070C0"/>
                </a:solidFill>
                <a:effectLst>
                  <a:outerShdw blurRad="38100" dist="25400" dir="5400000" algn="ctr" rotWithShape="0">
                    <a:srgbClr val="6E747A">
                      <a:alpha val="43000"/>
                    </a:srgbClr>
                  </a:outerShdw>
                </a:effectLst>
              </a:rPr>
              <a:t>Positive self talk </a:t>
            </a:r>
          </a:p>
        </p:txBody>
      </p:sp>
      <p:sp>
        <p:nvSpPr>
          <p:cNvPr id="5" name="Rectangle 4">
            <a:extLst>
              <a:ext uri="{FF2B5EF4-FFF2-40B4-BE49-F238E27FC236}">
                <a16:creationId xmlns:a16="http://schemas.microsoft.com/office/drawing/2014/main" id="{14DA74CB-98B8-846D-1D99-A1B334B0B811}"/>
              </a:ext>
            </a:extLst>
          </p:cNvPr>
          <p:cNvSpPr/>
          <p:nvPr/>
        </p:nvSpPr>
        <p:spPr>
          <a:xfrm>
            <a:off x="0" y="923330"/>
            <a:ext cx="12192000" cy="5509200"/>
          </a:xfrm>
          <a:prstGeom prst="rect">
            <a:avLst/>
          </a:prstGeom>
          <a:noFill/>
        </p:spPr>
        <p:txBody>
          <a:bodyPr wrap="square" lIns="91440" tIns="45720" rIns="91440" bIns="45720">
            <a:spAutoFit/>
          </a:bodyPr>
          <a:lstStyle/>
          <a:p>
            <a:pPr algn="ctr"/>
            <a:r>
              <a:rPr lang="en-US" sz="8800">
                <a:ln w="0"/>
                <a:solidFill>
                  <a:srgbClr val="5D3A9B"/>
                </a:solidFill>
                <a:effectLst>
                  <a:outerShdw blurRad="38100" dist="25400" dir="5400000" algn="ctr" rotWithShape="0">
                    <a:srgbClr val="6E747A">
                      <a:alpha val="43000"/>
                    </a:srgbClr>
                  </a:outerShdw>
                </a:effectLst>
              </a:rPr>
              <a:t>“What a fantastic chance to learn a new technology</a:t>
            </a:r>
            <a:r>
              <a:rPr lang="en-US" sz="8800" b="0" cap="none" spc="0">
                <a:ln w="0"/>
                <a:solidFill>
                  <a:srgbClr val="5D3A9B"/>
                </a:solidFill>
                <a:effectLst>
                  <a:outerShdw blurRad="38100" dist="25400" dir="5400000" algn="ctr" rotWithShape="0">
                    <a:srgbClr val="6E747A">
                      <a:alpha val="43000"/>
                    </a:srgbClr>
                  </a:outerShdw>
                </a:effectLst>
              </a:rPr>
              <a:t>, I’m looking forward to it.”</a:t>
            </a:r>
          </a:p>
        </p:txBody>
      </p:sp>
    </p:spTree>
    <p:extLst>
      <p:ext uri="{BB962C8B-B14F-4D97-AF65-F5344CB8AC3E}">
        <p14:creationId xmlns:p14="http://schemas.microsoft.com/office/powerpoint/2010/main" val="15390433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367903-4836-4E54-BD5E-5AAE9C733B8F}"/>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0" cap="none" spc="0" dirty="0">
                <a:ln w="0"/>
                <a:solidFill>
                  <a:srgbClr val="0070C0"/>
                </a:solidFill>
                <a:effectLst>
                  <a:outerShdw blurRad="38100" dist="25400" dir="5400000" algn="ctr" rotWithShape="0">
                    <a:srgbClr val="6E747A">
                      <a:alpha val="43000"/>
                    </a:srgbClr>
                  </a:outerShdw>
                </a:effectLst>
              </a:rPr>
              <a:t>Negative self talk </a:t>
            </a:r>
          </a:p>
        </p:txBody>
      </p:sp>
      <p:sp>
        <p:nvSpPr>
          <p:cNvPr id="5" name="Rectangle 4">
            <a:extLst>
              <a:ext uri="{FF2B5EF4-FFF2-40B4-BE49-F238E27FC236}">
                <a16:creationId xmlns:a16="http://schemas.microsoft.com/office/drawing/2014/main" id="{14DA74CB-98B8-846D-1D99-A1B334B0B811}"/>
              </a:ext>
            </a:extLst>
          </p:cNvPr>
          <p:cNvSpPr/>
          <p:nvPr/>
        </p:nvSpPr>
        <p:spPr>
          <a:xfrm>
            <a:off x="0" y="2676144"/>
            <a:ext cx="12192000" cy="1938992"/>
          </a:xfrm>
          <a:prstGeom prst="rect">
            <a:avLst/>
          </a:prstGeom>
          <a:noFill/>
        </p:spPr>
        <p:txBody>
          <a:bodyPr wrap="square" lIns="91440" tIns="45720" rIns="91440" bIns="45720">
            <a:spAutoFit/>
          </a:bodyPr>
          <a:lstStyle/>
          <a:p>
            <a:pPr algn="ctr"/>
            <a:r>
              <a:rPr lang="en-US" sz="6000" b="0" cap="none" spc="0">
                <a:ln w="0"/>
                <a:solidFill>
                  <a:srgbClr val="E66100"/>
                </a:solidFill>
                <a:effectLst>
                  <a:outerShdw blurRad="38100" dist="25400" dir="5400000" algn="ctr" rotWithShape="0">
                    <a:srgbClr val="6E747A">
                      <a:alpha val="43000"/>
                    </a:srgbClr>
                  </a:outerShdw>
                </a:effectLst>
              </a:rPr>
              <a:t>“I always make mistakes, </a:t>
            </a:r>
            <a:br>
              <a:rPr lang="en-US" sz="6000" b="0" cap="none" spc="0">
                <a:ln w="0"/>
                <a:solidFill>
                  <a:srgbClr val="E66100"/>
                </a:solidFill>
                <a:effectLst>
                  <a:outerShdw blurRad="38100" dist="25400" dir="5400000" algn="ctr" rotWithShape="0">
                    <a:srgbClr val="6E747A">
                      <a:alpha val="43000"/>
                    </a:srgbClr>
                  </a:outerShdw>
                </a:effectLst>
              </a:rPr>
            </a:br>
            <a:r>
              <a:rPr lang="en-US" sz="6000" b="0" cap="none" spc="0">
                <a:ln w="0"/>
                <a:solidFill>
                  <a:srgbClr val="E66100"/>
                </a:solidFill>
                <a:effectLst>
                  <a:outerShdw blurRad="38100" dist="25400" dir="5400000" algn="ctr" rotWithShape="0">
                    <a:srgbClr val="6E747A">
                      <a:alpha val="43000"/>
                    </a:srgbClr>
                  </a:outerShdw>
                </a:effectLst>
              </a:rPr>
              <a:t>I should not even try.”</a:t>
            </a:r>
          </a:p>
        </p:txBody>
      </p:sp>
    </p:spTree>
    <p:extLst>
      <p:ext uri="{BB962C8B-B14F-4D97-AF65-F5344CB8AC3E}">
        <p14:creationId xmlns:p14="http://schemas.microsoft.com/office/powerpoint/2010/main" val="18152810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367903-4836-4E54-BD5E-5AAE9C733B8F}"/>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1" cap="none" spc="0">
                <a:ln w="0"/>
                <a:solidFill>
                  <a:srgbClr val="0070C0"/>
                </a:solidFill>
                <a:effectLst>
                  <a:outerShdw blurRad="38100" dist="25400" dir="5400000" algn="ctr" rotWithShape="0">
                    <a:srgbClr val="6E747A">
                      <a:alpha val="43000"/>
                    </a:srgbClr>
                  </a:outerShdw>
                </a:effectLst>
              </a:rPr>
              <a:t>Positive self talk </a:t>
            </a:r>
          </a:p>
        </p:txBody>
      </p:sp>
      <p:sp>
        <p:nvSpPr>
          <p:cNvPr id="5" name="Rectangle 4">
            <a:extLst>
              <a:ext uri="{FF2B5EF4-FFF2-40B4-BE49-F238E27FC236}">
                <a16:creationId xmlns:a16="http://schemas.microsoft.com/office/drawing/2014/main" id="{14DA74CB-98B8-846D-1D99-A1B334B0B811}"/>
              </a:ext>
            </a:extLst>
          </p:cNvPr>
          <p:cNvSpPr/>
          <p:nvPr/>
        </p:nvSpPr>
        <p:spPr>
          <a:xfrm>
            <a:off x="0" y="923330"/>
            <a:ext cx="12192000" cy="5509200"/>
          </a:xfrm>
          <a:prstGeom prst="rect">
            <a:avLst/>
          </a:prstGeom>
          <a:noFill/>
        </p:spPr>
        <p:txBody>
          <a:bodyPr wrap="square" lIns="91440" tIns="45720" rIns="91440" bIns="45720">
            <a:spAutoFit/>
          </a:bodyPr>
          <a:lstStyle/>
          <a:p>
            <a:pPr algn="ctr"/>
            <a:r>
              <a:rPr lang="en-US" sz="8800">
                <a:ln w="0"/>
                <a:solidFill>
                  <a:srgbClr val="5D3A9B"/>
                </a:solidFill>
                <a:effectLst>
                  <a:outerShdw blurRad="38100" dist="25400" dir="5400000" algn="ctr" rotWithShape="0">
                    <a:srgbClr val="6E747A">
                      <a:alpha val="43000"/>
                    </a:srgbClr>
                  </a:outerShdw>
                </a:effectLst>
              </a:rPr>
              <a:t>“Yes, I sometimes make mistakes. Each mistake gives me a chance to learn.”</a:t>
            </a:r>
            <a:endParaRPr lang="en-US" sz="8800" b="0" cap="none" spc="0">
              <a:ln w="0"/>
              <a:solidFill>
                <a:srgbClr val="5D3A9B"/>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1687149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7D0A54-51BE-C82F-E4E4-B68BC0E95541}"/>
              </a:ext>
            </a:extLst>
          </p:cNvPr>
          <p:cNvSpPr/>
          <p:nvPr/>
        </p:nvSpPr>
        <p:spPr>
          <a:xfrm>
            <a:off x="1408755" y="214828"/>
            <a:ext cx="617477" cy="1862048"/>
          </a:xfrm>
          <a:prstGeom prst="rect">
            <a:avLst/>
          </a:prstGeom>
          <a:noFill/>
        </p:spPr>
        <p:txBody>
          <a:bodyPr wrap="none" lIns="91440" tIns="45720" rIns="91440" bIns="45720" anchor="ctr">
            <a:spAutoFit/>
          </a:bodyPr>
          <a:lstStyle/>
          <a:p>
            <a:pPr algn="ctr"/>
            <a:r>
              <a:rPr lang="en-US" sz="11500" b="1" cap="none" spc="0">
                <a:ln w="0"/>
                <a:solidFill>
                  <a:srgbClr val="0070C0"/>
                </a:solidFill>
                <a:effectLst>
                  <a:outerShdw blurRad="38100" dist="25400" dir="5400000" algn="ctr" rotWithShape="0">
                    <a:srgbClr val="6E747A">
                      <a:alpha val="43000"/>
                    </a:srgbClr>
                  </a:outerShdw>
                </a:effectLst>
              </a:rPr>
              <a:t>I</a:t>
            </a:r>
          </a:p>
        </p:txBody>
      </p:sp>
      <p:sp>
        <p:nvSpPr>
          <p:cNvPr id="5" name="Rectangle 4">
            <a:extLst>
              <a:ext uri="{FF2B5EF4-FFF2-40B4-BE49-F238E27FC236}">
                <a16:creationId xmlns:a16="http://schemas.microsoft.com/office/drawing/2014/main" id="{FA4D3D84-AFA3-43D7-C846-320960D8962A}"/>
              </a:ext>
            </a:extLst>
          </p:cNvPr>
          <p:cNvSpPr/>
          <p:nvPr/>
        </p:nvSpPr>
        <p:spPr>
          <a:xfrm>
            <a:off x="1145815" y="2267145"/>
            <a:ext cx="1226619" cy="1862048"/>
          </a:xfrm>
          <a:prstGeom prst="rect">
            <a:avLst/>
          </a:prstGeom>
          <a:noFill/>
        </p:spPr>
        <p:txBody>
          <a:bodyPr wrap="none" lIns="91440" tIns="45720" rIns="91440" bIns="45720" anchor="ctr">
            <a:spAutoFit/>
          </a:bodyPr>
          <a:lstStyle/>
          <a:p>
            <a:pPr algn="ctr"/>
            <a:r>
              <a:rPr lang="en-US" sz="11500" b="1">
                <a:ln w="0"/>
                <a:solidFill>
                  <a:srgbClr val="0070C0"/>
                </a:solidFill>
                <a:effectLst>
                  <a:outerShdw blurRad="38100" dist="25400" dir="5400000" algn="ctr" rotWithShape="0">
                    <a:srgbClr val="6E747A">
                      <a:alpha val="43000"/>
                    </a:srgbClr>
                  </a:outerShdw>
                </a:effectLst>
              </a:rPr>
              <a:t>C</a:t>
            </a:r>
            <a:endParaRPr lang="en-US" sz="11500" b="1" cap="none" spc="0">
              <a:ln w="0"/>
              <a:solidFill>
                <a:srgbClr val="0070C0"/>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F710D9D9-D897-7799-D9F5-F14DBE5FEAE0}"/>
              </a:ext>
            </a:extLst>
          </p:cNvPr>
          <p:cNvSpPr/>
          <p:nvPr/>
        </p:nvSpPr>
        <p:spPr>
          <a:xfrm>
            <a:off x="1202769" y="4392615"/>
            <a:ext cx="1029449" cy="1862048"/>
          </a:xfrm>
          <a:prstGeom prst="rect">
            <a:avLst/>
          </a:prstGeom>
          <a:noFill/>
        </p:spPr>
        <p:txBody>
          <a:bodyPr wrap="none" lIns="91440" tIns="45720" rIns="91440" bIns="45720" anchor="ctr">
            <a:spAutoFit/>
          </a:bodyPr>
          <a:lstStyle/>
          <a:p>
            <a:pPr algn="ctr"/>
            <a:r>
              <a:rPr lang="en-US" sz="11500" b="1" cap="none" spc="0">
                <a:ln w="0"/>
                <a:solidFill>
                  <a:srgbClr val="0070C0"/>
                </a:solidFill>
                <a:effectLst>
                  <a:outerShdw blurRad="38100" dist="25400" dir="5400000" algn="ctr" rotWithShape="0">
                    <a:srgbClr val="6E747A">
                      <a:alpha val="43000"/>
                    </a:srgbClr>
                  </a:outerShdw>
                </a:effectLst>
              </a:rPr>
              <a:t>E</a:t>
            </a:r>
          </a:p>
        </p:txBody>
      </p:sp>
      <p:sp>
        <p:nvSpPr>
          <p:cNvPr id="7" name="Rectangle 6">
            <a:extLst>
              <a:ext uri="{FF2B5EF4-FFF2-40B4-BE49-F238E27FC236}">
                <a16:creationId xmlns:a16="http://schemas.microsoft.com/office/drawing/2014/main" id="{23443383-B140-6C50-DE77-B2C7636CCD67}"/>
              </a:ext>
            </a:extLst>
          </p:cNvPr>
          <p:cNvSpPr/>
          <p:nvPr/>
        </p:nvSpPr>
        <p:spPr>
          <a:xfrm>
            <a:off x="3895214" y="192242"/>
            <a:ext cx="4947060" cy="1862048"/>
          </a:xfrm>
          <a:prstGeom prst="rect">
            <a:avLst/>
          </a:prstGeom>
          <a:noFill/>
        </p:spPr>
        <p:txBody>
          <a:bodyPr wrap="none" lIns="91440" tIns="45720" rIns="91440" bIns="45720" anchor="ctr">
            <a:spAutoFit/>
          </a:bodyPr>
          <a:lstStyle/>
          <a:p>
            <a:pPr algn="ctr"/>
            <a:r>
              <a:rPr lang="en-US" sz="11500" b="0" cap="none" spc="0">
                <a:ln w="0"/>
                <a:solidFill>
                  <a:srgbClr val="0070C0"/>
                </a:solidFill>
                <a:effectLst>
                  <a:outerShdw blurRad="38100" dist="25400" dir="5400000" algn="ctr" rotWithShape="0">
                    <a:srgbClr val="6E747A">
                      <a:alpha val="43000"/>
                    </a:srgbClr>
                  </a:outerShdw>
                </a:effectLst>
              </a:rPr>
              <a:t>Identify</a:t>
            </a:r>
          </a:p>
        </p:txBody>
      </p:sp>
      <p:sp>
        <p:nvSpPr>
          <p:cNvPr id="8" name="Rectangle 7">
            <a:extLst>
              <a:ext uri="{FF2B5EF4-FFF2-40B4-BE49-F238E27FC236}">
                <a16:creationId xmlns:a16="http://schemas.microsoft.com/office/drawing/2014/main" id="{5C5E9588-CFE6-CF50-0EF6-5C93520A9811}"/>
              </a:ext>
            </a:extLst>
          </p:cNvPr>
          <p:cNvSpPr/>
          <p:nvPr/>
        </p:nvSpPr>
        <p:spPr>
          <a:xfrm>
            <a:off x="3895214" y="2267145"/>
            <a:ext cx="5853590" cy="1862048"/>
          </a:xfrm>
          <a:prstGeom prst="rect">
            <a:avLst/>
          </a:prstGeom>
          <a:noFill/>
        </p:spPr>
        <p:txBody>
          <a:bodyPr wrap="none" lIns="91440" tIns="45720" rIns="91440" bIns="45720" anchor="ctr">
            <a:spAutoFit/>
          </a:bodyPr>
          <a:lstStyle/>
          <a:p>
            <a:pPr algn="ctr"/>
            <a:r>
              <a:rPr lang="en-US" sz="11500">
                <a:ln w="0"/>
                <a:solidFill>
                  <a:srgbClr val="0070C0"/>
                </a:solidFill>
                <a:effectLst>
                  <a:outerShdw blurRad="38100" dist="25400" dir="5400000" algn="ctr" rotWithShape="0">
                    <a:srgbClr val="6E747A">
                      <a:alpha val="43000"/>
                    </a:srgbClr>
                  </a:outerShdw>
                </a:effectLst>
              </a:rPr>
              <a:t>Confront</a:t>
            </a:r>
            <a:endParaRPr lang="en-US" sz="11500" b="0" cap="none" spc="0">
              <a:ln w="0"/>
              <a:solidFill>
                <a:srgbClr val="0070C0"/>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47B6487F-8BEF-24F6-78F7-57E431535851}"/>
              </a:ext>
            </a:extLst>
          </p:cNvPr>
          <p:cNvSpPr/>
          <p:nvPr/>
        </p:nvSpPr>
        <p:spPr>
          <a:xfrm>
            <a:off x="3895214" y="4392615"/>
            <a:ext cx="6720109" cy="1862048"/>
          </a:xfrm>
          <a:prstGeom prst="rect">
            <a:avLst/>
          </a:prstGeom>
          <a:noFill/>
        </p:spPr>
        <p:txBody>
          <a:bodyPr wrap="none" lIns="91440" tIns="45720" rIns="91440" bIns="45720" anchor="ctr">
            <a:spAutoFit/>
          </a:bodyPr>
          <a:lstStyle/>
          <a:p>
            <a:pPr algn="ctr"/>
            <a:r>
              <a:rPr lang="en-US" sz="11500">
                <a:ln w="0"/>
                <a:solidFill>
                  <a:srgbClr val="0070C0"/>
                </a:solidFill>
                <a:effectLst>
                  <a:outerShdw blurRad="38100" dist="25400" dir="5400000" algn="ctr" rotWithShape="0">
                    <a:srgbClr val="6E747A">
                      <a:alpha val="43000"/>
                    </a:srgbClr>
                  </a:outerShdw>
                </a:effectLst>
              </a:rPr>
              <a:t>Extinguish</a:t>
            </a:r>
            <a:endParaRPr lang="en-US" sz="11500" b="0" cap="none" spc="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8279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close-up of white cubes with black letters&#10;&#10;Description automatically generated">
            <a:extLst>
              <a:ext uri="{FF2B5EF4-FFF2-40B4-BE49-F238E27FC236}">
                <a16:creationId xmlns:a16="http://schemas.microsoft.com/office/drawing/2014/main" id="{2DCA47B5-99F7-6720-AB80-7AEEB97B086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3535166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E57F7940-074A-3A02-C041-E055E0281687}"/>
              </a:ext>
            </a:extLst>
          </p:cNvPr>
          <p:cNvPicPr>
            <a:picLocks noChangeAspect="1"/>
          </p:cNvPicPr>
          <p:nvPr/>
        </p:nvPicPr>
        <p:blipFill>
          <a:blip r:embed="rId3" cstate="email">
            <a:extLst>
              <a:ext uri="{28A0092B-C50C-407E-A947-70E740481C1C}">
                <a14:useLocalDpi xmlns:a14="http://schemas.microsoft.com/office/drawing/2010/main"/>
              </a:ext>
            </a:extLst>
          </a:blip>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41838500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91557806-FB57-4E8D-67B6-12DC4E5C29AC}"/>
              </a:ext>
            </a:extLst>
          </p:cNvPr>
          <p:cNvPicPr>
            <a:picLocks noChangeAspect="1"/>
          </p:cNvPicPr>
          <p:nvPr/>
        </p:nvPicPr>
        <p:blipFill>
          <a:blip r:embed="rId3" cstate="email">
            <a:extLst>
              <a:ext uri="{28A0092B-C50C-407E-A947-70E740481C1C}">
                <a14:useLocalDpi xmlns:a14="http://schemas.microsoft.com/office/drawing/2010/main"/>
              </a:ext>
            </a:extLst>
          </a:blip>
          <a:srcRect t="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30170982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0A134-DEF1-6DBD-2932-5EAF298FD4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12A0DF-D472-3230-A373-18AAACD5855C}"/>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0" cap="none" spc="0" dirty="0">
                <a:ln w="0"/>
                <a:solidFill>
                  <a:srgbClr val="0070C0"/>
                </a:solidFill>
                <a:effectLst>
                  <a:outerShdw blurRad="38100" dist="25400" dir="5400000" algn="ctr" rotWithShape="0">
                    <a:srgbClr val="6E747A">
                      <a:alpha val="43000"/>
                    </a:srgbClr>
                  </a:outerShdw>
                </a:effectLst>
              </a:rPr>
              <a:t>They might say.</a:t>
            </a:r>
          </a:p>
        </p:txBody>
      </p:sp>
      <p:sp>
        <p:nvSpPr>
          <p:cNvPr id="5" name="Rectangle 4">
            <a:extLst>
              <a:ext uri="{FF2B5EF4-FFF2-40B4-BE49-F238E27FC236}">
                <a16:creationId xmlns:a16="http://schemas.microsoft.com/office/drawing/2014/main" id="{CF98CFC9-E29E-DD1C-D270-7FE3549AB421}"/>
              </a:ext>
            </a:extLst>
          </p:cNvPr>
          <p:cNvSpPr/>
          <p:nvPr/>
        </p:nvSpPr>
        <p:spPr>
          <a:xfrm>
            <a:off x="0" y="2676144"/>
            <a:ext cx="12192000" cy="1938992"/>
          </a:xfrm>
          <a:prstGeom prst="rect">
            <a:avLst/>
          </a:prstGeom>
          <a:noFill/>
        </p:spPr>
        <p:txBody>
          <a:bodyPr wrap="square" lIns="91440" tIns="45720" rIns="91440" bIns="45720">
            <a:spAutoFit/>
          </a:bodyPr>
          <a:lstStyle/>
          <a:p>
            <a:pPr algn="ctr"/>
            <a:r>
              <a:rPr lang="en-US" sz="6000" b="0" cap="none" spc="0" dirty="0">
                <a:ln w="0"/>
                <a:solidFill>
                  <a:srgbClr val="E66100"/>
                </a:solidFill>
                <a:effectLst>
                  <a:outerShdw blurRad="38100" dist="25400" dir="5400000" algn="ctr" rotWithShape="0">
                    <a:srgbClr val="6E747A">
                      <a:alpha val="43000"/>
                    </a:srgbClr>
                  </a:outerShdw>
                </a:effectLst>
              </a:rPr>
              <a:t>“I just got lucky with this project solution…..”</a:t>
            </a:r>
          </a:p>
        </p:txBody>
      </p:sp>
    </p:spTree>
    <p:extLst>
      <p:ext uri="{BB962C8B-B14F-4D97-AF65-F5344CB8AC3E}">
        <p14:creationId xmlns:p14="http://schemas.microsoft.com/office/powerpoint/2010/main" val="33230290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F9F2C-916D-BF7D-3524-7ABC6D7977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0F7311-7261-88CD-8CD8-7669573F461C}"/>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1" cap="none" spc="0" dirty="0">
                <a:ln w="0"/>
                <a:solidFill>
                  <a:srgbClr val="0070C0"/>
                </a:solidFill>
                <a:effectLst>
                  <a:outerShdw blurRad="38100" dist="25400" dir="5400000" algn="ctr" rotWithShape="0">
                    <a:srgbClr val="6E747A">
                      <a:alpha val="43000"/>
                    </a:srgbClr>
                  </a:outerShdw>
                </a:effectLst>
              </a:rPr>
              <a:t>You could say.</a:t>
            </a:r>
          </a:p>
        </p:txBody>
      </p:sp>
      <p:sp>
        <p:nvSpPr>
          <p:cNvPr id="5" name="Rectangle 4">
            <a:extLst>
              <a:ext uri="{FF2B5EF4-FFF2-40B4-BE49-F238E27FC236}">
                <a16:creationId xmlns:a16="http://schemas.microsoft.com/office/drawing/2014/main" id="{BD11F80A-2F41-7A32-7D48-A3D93763110E}"/>
              </a:ext>
            </a:extLst>
          </p:cNvPr>
          <p:cNvSpPr/>
          <p:nvPr/>
        </p:nvSpPr>
        <p:spPr>
          <a:xfrm>
            <a:off x="0" y="1720840"/>
            <a:ext cx="12192000" cy="3416320"/>
          </a:xfrm>
          <a:prstGeom prst="rect">
            <a:avLst/>
          </a:prstGeom>
          <a:noFill/>
        </p:spPr>
        <p:txBody>
          <a:bodyPr wrap="square" lIns="91440" tIns="45720" rIns="91440" bIns="45720">
            <a:spAutoFit/>
          </a:bodyPr>
          <a:lstStyle/>
          <a:p>
            <a:pPr algn="ctr"/>
            <a:r>
              <a:rPr lang="en-US" sz="7200" dirty="0">
                <a:ln w="0"/>
                <a:solidFill>
                  <a:srgbClr val="5D3A9B"/>
                </a:solidFill>
                <a:effectLst>
                  <a:outerShdw blurRad="38100" dist="25400" dir="5400000" algn="ctr" rotWithShape="0">
                    <a:srgbClr val="6E747A">
                      <a:alpha val="43000"/>
                    </a:srgbClr>
                  </a:outerShdw>
                </a:effectLst>
              </a:rPr>
              <a:t>“Luck give you the challenge, but you had  the technical skills that solved it.”</a:t>
            </a:r>
            <a:endParaRPr lang="en-US" sz="7200" b="0" cap="none" spc="0" dirty="0">
              <a:ln w="0"/>
              <a:solidFill>
                <a:srgbClr val="5D3A9B"/>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8781984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F967-5B77-6233-16FC-260F413289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C4E3E39-B55F-0F36-5B27-928DDC966894}"/>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0" cap="none" spc="0" dirty="0">
                <a:ln w="0"/>
                <a:solidFill>
                  <a:srgbClr val="0070C0"/>
                </a:solidFill>
                <a:effectLst>
                  <a:outerShdw blurRad="38100" dist="25400" dir="5400000" algn="ctr" rotWithShape="0">
                    <a:srgbClr val="6E747A">
                      <a:alpha val="43000"/>
                    </a:srgbClr>
                  </a:outerShdw>
                </a:effectLst>
              </a:rPr>
              <a:t>They might say.</a:t>
            </a:r>
          </a:p>
        </p:txBody>
      </p:sp>
      <p:sp>
        <p:nvSpPr>
          <p:cNvPr id="5" name="Rectangle 4">
            <a:extLst>
              <a:ext uri="{FF2B5EF4-FFF2-40B4-BE49-F238E27FC236}">
                <a16:creationId xmlns:a16="http://schemas.microsoft.com/office/drawing/2014/main" id="{A9617C47-2975-21D3-FE38-98016F0E1A82}"/>
              </a:ext>
            </a:extLst>
          </p:cNvPr>
          <p:cNvSpPr/>
          <p:nvPr/>
        </p:nvSpPr>
        <p:spPr>
          <a:xfrm>
            <a:off x="0" y="2676144"/>
            <a:ext cx="12192000" cy="1938992"/>
          </a:xfrm>
          <a:prstGeom prst="rect">
            <a:avLst/>
          </a:prstGeom>
          <a:noFill/>
        </p:spPr>
        <p:txBody>
          <a:bodyPr wrap="square" lIns="91440" tIns="45720" rIns="91440" bIns="45720">
            <a:spAutoFit/>
          </a:bodyPr>
          <a:lstStyle/>
          <a:p>
            <a:pPr algn="ctr"/>
            <a:r>
              <a:rPr lang="en-US" sz="6000" b="0" cap="none" spc="0" dirty="0">
                <a:ln w="0"/>
                <a:solidFill>
                  <a:srgbClr val="E66100"/>
                </a:solidFill>
                <a:effectLst>
                  <a:outerShdw blurRad="38100" dist="25400" dir="5400000" algn="ctr" rotWithShape="0">
                    <a:srgbClr val="6E747A">
                      <a:alpha val="43000"/>
                    </a:srgbClr>
                  </a:outerShdw>
                </a:effectLst>
              </a:rPr>
              <a:t>“I’m not ready to lead that technical topic….”</a:t>
            </a:r>
          </a:p>
        </p:txBody>
      </p:sp>
    </p:spTree>
    <p:extLst>
      <p:ext uri="{BB962C8B-B14F-4D97-AF65-F5344CB8AC3E}">
        <p14:creationId xmlns:p14="http://schemas.microsoft.com/office/powerpoint/2010/main" val="25781459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438A-4313-8E5F-B856-F09DCAA009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9D6747-A1B3-FC22-17FE-148610737042}"/>
              </a:ext>
            </a:extLst>
          </p:cNvPr>
          <p:cNvSpPr/>
          <p:nvPr/>
        </p:nvSpPr>
        <p:spPr>
          <a:xfrm>
            <a:off x="0" y="0"/>
            <a:ext cx="12192000" cy="923330"/>
          </a:xfrm>
          <a:prstGeom prst="rect">
            <a:avLst/>
          </a:prstGeom>
          <a:noFill/>
        </p:spPr>
        <p:txBody>
          <a:bodyPr wrap="square" lIns="91440" tIns="45720" rIns="91440" bIns="45720">
            <a:spAutoFit/>
          </a:bodyPr>
          <a:lstStyle/>
          <a:p>
            <a:pPr algn="ctr"/>
            <a:r>
              <a:rPr lang="en-US" sz="5400" b="1" cap="none" spc="0" dirty="0">
                <a:ln w="0"/>
                <a:solidFill>
                  <a:srgbClr val="0070C0"/>
                </a:solidFill>
                <a:effectLst>
                  <a:outerShdw blurRad="38100" dist="25400" dir="5400000" algn="ctr" rotWithShape="0">
                    <a:srgbClr val="6E747A">
                      <a:alpha val="43000"/>
                    </a:srgbClr>
                  </a:outerShdw>
                </a:effectLst>
              </a:rPr>
              <a:t>You could say.</a:t>
            </a:r>
          </a:p>
        </p:txBody>
      </p:sp>
      <p:sp>
        <p:nvSpPr>
          <p:cNvPr id="5" name="Rectangle 4">
            <a:extLst>
              <a:ext uri="{FF2B5EF4-FFF2-40B4-BE49-F238E27FC236}">
                <a16:creationId xmlns:a16="http://schemas.microsoft.com/office/drawing/2014/main" id="{F82305FC-8B03-9BFE-5013-08AA3ACF7725}"/>
              </a:ext>
            </a:extLst>
          </p:cNvPr>
          <p:cNvSpPr/>
          <p:nvPr/>
        </p:nvSpPr>
        <p:spPr>
          <a:xfrm>
            <a:off x="0" y="1536174"/>
            <a:ext cx="12192000" cy="3785652"/>
          </a:xfrm>
          <a:prstGeom prst="rect">
            <a:avLst/>
          </a:prstGeom>
          <a:noFill/>
        </p:spPr>
        <p:txBody>
          <a:bodyPr wrap="square" lIns="91440" tIns="45720" rIns="91440" bIns="45720">
            <a:spAutoFit/>
          </a:bodyPr>
          <a:lstStyle/>
          <a:p>
            <a:pPr algn="ctr"/>
            <a:r>
              <a:rPr lang="en-US" sz="8000" dirty="0">
                <a:ln w="0"/>
                <a:solidFill>
                  <a:srgbClr val="5D3A9B"/>
                </a:solidFill>
                <a:effectLst>
                  <a:outerShdw blurRad="38100" dist="25400" dir="5400000" algn="ctr" rotWithShape="0">
                    <a:srgbClr val="6E747A">
                      <a:alpha val="43000"/>
                    </a:srgbClr>
                  </a:outerShdw>
                </a:effectLst>
              </a:rPr>
              <a:t>“Nobody know everything, your experience makes you great for this step.”</a:t>
            </a:r>
            <a:endParaRPr lang="en-US" sz="8000" b="0" cap="none" spc="0" dirty="0">
              <a:ln w="0"/>
              <a:solidFill>
                <a:srgbClr val="5D3A9B"/>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719764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1F0A4F5-2795-06DA-A00D-80E7D9E999F3}"/>
              </a:ext>
            </a:extLst>
          </p:cNvPr>
          <p:cNvPicPr>
            <a:picLocks noChangeAspect="1"/>
          </p:cNvPicPr>
          <p:nvPr/>
        </p:nvPicPr>
        <p:blipFill>
          <a:blip r:embed="rId2" cstate="email">
            <a:extLst>
              <a:ext uri="{28A0092B-C50C-407E-A947-70E740481C1C}">
                <a14:useLocalDpi xmlns:a14="http://schemas.microsoft.com/office/drawing/2010/main"/>
              </a:ext>
            </a:extLst>
          </a:blip>
          <a:srcRect b="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30978000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air of hands wearing boxing gloves&#10;&#10;Description automatically generated">
            <a:extLst>
              <a:ext uri="{FF2B5EF4-FFF2-40B4-BE49-F238E27FC236}">
                <a16:creationId xmlns:a16="http://schemas.microsoft.com/office/drawing/2014/main" id="{BB857C1D-9AD2-77F4-5AE0-547F7204912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4 with solid fill">
            <a:extLst>
              <a:ext uri="{FF2B5EF4-FFF2-40B4-BE49-F238E27FC236}">
                <a16:creationId xmlns:a16="http://schemas.microsoft.com/office/drawing/2014/main" id="{DB695307-6162-C669-ABBD-D3A367D665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5362042"/>
            <a:ext cx="1494676" cy="1494676"/>
          </a:xfrm>
          <a:prstGeom prst="rect">
            <a:avLst/>
          </a:prstGeom>
        </p:spPr>
      </p:pic>
    </p:spTree>
    <p:extLst>
      <p:ext uri="{BB962C8B-B14F-4D97-AF65-F5344CB8AC3E}">
        <p14:creationId xmlns:p14="http://schemas.microsoft.com/office/powerpoint/2010/main" val="24815103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Two blank speech balloons">
            <a:extLst>
              <a:ext uri="{FF2B5EF4-FFF2-40B4-BE49-F238E27FC236}">
                <a16:creationId xmlns:a16="http://schemas.microsoft.com/office/drawing/2014/main" id="{4C3EBF54-799E-2962-3D59-4726EB8CC9C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1 with solid fill">
            <a:extLst>
              <a:ext uri="{FF2B5EF4-FFF2-40B4-BE49-F238E27FC236}">
                <a16:creationId xmlns:a16="http://schemas.microsoft.com/office/drawing/2014/main" id="{D76FE5F7-61F9-0E96-E877-7FA6363ECF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81024" y="5942744"/>
            <a:ext cx="914400" cy="914400"/>
          </a:xfrm>
          <a:prstGeom prst="rect">
            <a:avLst/>
          </a:prstGeom>
        </p:spPr>
      </p:pic>
    </p:spTree>
    <p:extLst>
      <p:ext uri="{BB962C8B-B14F-4D97-AF65-F5344CB8AC3E}">
        <p14:creationId xmlns:p14="http://schemas.microsoft.com/office/powerpoint/2010/main" val="22358463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men holding coffee cups&#10;&#10;Description automatically generated">
            <a:extLst>
              <a:ext uri="{FF2B5EF4-FFF2-40B4-BE49-F238E27FC236}">
                <a16:creationId xmlns:a16="http://schemas.microsoft.com/office/drawing/2014/main" id="{737D9F90-E9D4-3906-2B22-232A5956380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8475602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E81F11-3AB2-B9F3-223F-57A330C727B3}"/>
              </a:ext>
            </a:extLst>
          </p:cNvPr>
          <p:cNvPicPr>
            <a:picLocks noChangeAspect="1"/>
          </p:cNvPicPr>
          <p:nvPr/>
        </p:nvPicPr>
        <p:blipFill>
          <a:blip r:embed="rId3"/>
          <a:stretch>
            <a:fillRect/>
          </a:stretch>
        </p:blipFill>
        <p:spPr>
          <a:xfrm>
            <a:off x="2179930" y="8694"/>
            <a:ext cx="8446625" cy="6849306"/>
          </a:xfrm>
          <a:prstGeom prst="rect">
            <a:avLst/>
          </a:prstGeom>
        </p:spPr>
      </p:pic>
    </p:spTree>
    <p:extLst>
      <p:ext uri="{BB962C8B-B14F-4D97-AF65-F5344CB8AC3E}">
        <p14:creationId xmlns:p14="http://schemas.microsoft.com/office/powerpoint/2010/main" val="33942711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B1FF20-CE3E-7737-B0DC-0927CB72580A}"/>
              </a:ext>
            </a:extLst>
          </p:cNvPr>
          <p:cNvSpPr/>
          <p:nvPr/>
        </p:nvSpPr>
        <p:spPr>
          <a:xfrm>
            <a:off x="723232" y="1259175"/>
            <a:ext cx="10745536" cy="4339650"/>
          </a:xfrm>
          <a:prstGeom prst="rect">
            <a:avLst/>
          </a:prstGeom>
          <a:noFill/>
        </p:spPr>
        <p:txBody>
          <a:bodyPr wrap="square" lIns="91440" tIns="45720" rIns="91440" bIns="45720">
            <a:spAutoFit/>
          </a:bodyPr>
          <a:lstStyle/>
          <a:p>
            <a:pPr algn="ctr"/>
            <a:r>
              <a:rPr lang="en-US" sz="13800" b="0" cap="none" spc="0">
                <a:ln w="0"/>
                <a:solidFill>
                  <a:schemeClr val="accent1"/>
                </a:solidFill>
                <a:effectLst>
                  <a:outerShdw blurRad="38100" dist="25400" dir="5400000" algn="ctr" rotWithShape="0">
                    <a:srgbClr val="6E747A">
                      <a:alpha val="43000"/>
                    </a:srgbClr>
                  </a:outerShdw>
                </a:effectLst>
              </a:rPr>
              <a:t>“That’s how I feel….”</a:t>
            </a:r>
          </a:p>
        </p:txBody>
      </p:sp>
    </p:spTree>
    <p:extLst>
      <p:ext uri="{BB962C8B-B14F-4D97-AF65-F5344CB8AC3E}">
        <p14:creationId xmlns:p14="http://schemas.microsoft.com/office/powerpoint/2010/main" val="38957732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lose-up of a red leaf&#10;&#10;Description automatically generated">
            <a:extLst>
              <a:ext uri="{FF2B5EF4-FFF2-40B4-BE49-F238E27FC236}">
                <a16:creationId xmlns:a16="http://schemas.microsoft.com/office/drawing/2014/main" id="{9EF871E3-B7CD-7538-3182-6435F308981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with solid fill">
            <a:extLst>
              <a:ext uri="{FF2B5EF4-FFF2-40B4-BE49-F238E27FC236}">
                <a16:creationId xmlns:a16="http://schemas.microsoft.com/office/drawing/2014/main" id="{B19A97CF-5F8B-A2C3-2A80-29284E91DA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89587" y="5942744"/>
            <a:ext cx="914400" cy="914400"/>
          </a:xfrm>
          <a:prstGeom prst="rect">
            <a:avLst/>
          </a:prstGeom>
        </p:spPr>
      </p:pic>
    </p:spTree>
    <p:extLst>
      <p:ext uri="{BB962C8B-B14F-4D97-AF65-F5344CB8AC3E}">
        <p14:creationId xmlns:p14="http://schemas.microsoft.com/office/powerpoint/2010/main" val="15277284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wearing a yellow hat with ears&#10;&#10;Description automatically generated">
            <a:extLst>
              <a:ext uri="{FF2B5EF4-FFF2-40B4-BE49-F238E27FC236}">
                <a16:creationId xmlns:a16="http://schemas.microsoft.com/office/drawing/2014/main" id="{33ABB26D-D393-23E5-8129-9A95E260280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42793551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toy figure of a superhero standing on a ledge&#10;&#10;Description automatically generated">
            <a:extLst>
              <a:ext uri="{FF2B5EF4-FFF2-40B4-BE49-F238E27FC236}">
                <a16:creationId xmlns:a16="http://schemas.microsoft.com/office/drawing/2014/main" id="{B7D600E5-5CFA-D2DD-6327-81FE5241744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8632251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helf full of books&#10;&#10;Description automatically generated">
            <a:extLst>
              <a:ext uri="{FF2B5EF4-FFF2-40B4-BE49-F238E27FC236}">
                <a16:creationId xmlns:a16="http://schemas.microsoft.com/office/drawing/2014/main" id="{E1C17CEA-E7FE-5D3D-1920-7830BDB6923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3 with solid fill">
            <a:extLst>
              <a:ext uri="{FF2B5EF4-FFF2-40B4-BE49-F238E27FC236}">
                <a16:creationId xmlns:a16="http://schemas.microsoft.com/office/drawing/2014/main" id="{FB309C17-BED9-058B-DD80-475C30714E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12530" y="5942744"/>
            <a:ext cx="914400" cy="914400"/>
          </a:xfrm>
          <a:prstGeom prst="rect">
            <a:avLst/>
          </a:prstGeom>
        </p:spPr>
      </p:pic>
    </p:spTree>
    <p:extLst>
      <p:ext uri="{BB962C8B-B14F-4D97-AF65-F5344CB8AC3E}">
        <p14:creationId xmlns:p14="http://schemas.microsoft.com/office/powerpoint/2010/main" val="33882367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3B56E9-EC4F-F9B6-1214-50304CDCCA3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90307"/>
            <a:ext cx="12192000" cy="6077386"/>
          </a:xfrm>
          <a:prstGeom prst="rect">
            <a:avLst/>
          </a:prstGeom>
        </p:spPr>
      </p:pic>
    </p:spTree>
    <p:extLst>
      <p:ext uri="{BB962C8B-B14F-4D97-AF65-F5344CB8AC3E}">
        <p14:creationId xmlns:p14="http://schemas.microsoft.com/office/powerpoint/2010/main" val="36824425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lose-up of a few white cubes with black letters&#10;&#10;Description automatically generated">
            <a:extLst>
              <a:ext uri="{FF2B5EF4-FFF2-40B4-BE49-F238E27FC236}">
                <a16:creationId xmlns:a16="http://schemas.microsoft.com/office/drawing/2014/main" id="{D0149E00-EDE0-C33A-97EE-7F2842CD414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8001451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cale with words on it&#10;&#10;Description automatically generated">
            <a:extLst>
              <a:ext uri="{FF2B5EF4-FFF2-40B4-BE49-F238E27FC236}">
                <a16:creationId xmlns:a16="http://schemas.microsoft.com/office/drawing/2014/main" id="{C97CAB86-4661-234B-20F9-BB9D4A5F7A2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6212615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tatue of a lady justice&#10;&#10;Description automatically generated">
            <a:extLst>
              <a:ext uri="{FF2B5EF4-FFF2-40B4-BE49-F238E27FC236}">
                <a16:creationId xmlns:a16="http://schemas.microsoft.com/office/drawing/2014/main" id="{FB779591-5AA4-01EA-A6B3-05AE5D0599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0650190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91C8C-5CAC-3E1B-34A1-44EC27D89D80}"/>
              </a:ext>
            </a:extLst>
          </p:cNvPr>
          <p:cNvSpPr/>
          <p:nvPr/>
        </p:nvSpPr>
        <p:spPr>
          <a:xfrm>
            <a:off x="2826932" y="1851645"/>
            <a:ext cx="6538136" cy="3154710"/>
          </a:xfrm>
          <a:prstGeom prst="rect">
            <a:avLst/>
          </a:prstGeom>
          <a:noFill/>
        </p:spPr>
        <p:txBody>
          <a:bodyPr wrap="none" lIns="91440" tIns="45720" rIns="91440" bIns="45720">
            <a:spAutoFit/>
          </a:bodyPr>
          <a:lstStyle/>
          <a:p>
            <a:pPr algn="ctr"/>
            <a:r>
              <a:rPr lang="en-US" sz="19900" b="1" cap="none" spc="0">
                <a:ln w="12700" cmpd="sng">
                  <a:solidFill>
                    <a:schemeClr val="accent4"/>
                  </a:solidFill>
                  <a:prstDash val="solid"/>
                </a:ln>
                <a:solidFill>
                  <a:srgbClr val="0070C0"/>
                </a:solidFill>
                <a:effectLst/>
              </a:rPr>
              <a:t>Facts</a:t>
            </a:r>
          </a:p>
        </p:txBody>
      </p:sp>
    </p:spTree>
    <p:extLst>
      <p:ext uri="{BB962C8B-B14F-4D97-AF65-F5344CB8AC3E}">
        <p14:creationId xmlns:p14="http://schemas.microsoft.com/office/powerpoint/2010/main" val="41802821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Wooden blocks with question marks">
            <a:extLst>
              <a:ext uri="{FF2B5EF4-FFF2-40B4-BE49-F238E27FC236}">
                <a16:creationId xmlns:a16="http://schemas.microsoft.com/office/drawing/2014/main" id="{F79DF828-428A-50CE-63D1-E6EB8188901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6882699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F892E19-92E7-4BB2-8C3F-DBDFE8D9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5" name="Group 24">
              <a:extLst>
                <a:ext uri="{FF2B5EF4-FFF2-40B4-BE49-F238E27FC236}">
                  <a16:creationId xmlns:a16="http://schemas.microsoft.com/office/drawing/2014/main" id="{81E493D3-31D9-4B80-9798-EEA082E12A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21" name="Freeform: Shape 20">
                <a:extLst>
                  <a:ext uri="{FF2B5EF4-FFF2-40B4-BE49-F238E27FC236}">
                    <a16:creationId xmlns:a16="http://schemas.microsoft.com/office/drawing/2014/main" id="{62E6AA4D-EC17-45B5-B621-DF0FD91FD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56F11D0-7966-41FE-AAB9-EC0C54F11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6" name="Group 25">
              <a:extLst>
                <a:ext uri="{FF2B5EF4-FFF2-40B4-BE49-F238E27FC236}">
                  <a16:creationId xmlns:a16="http://schemas.microsoft.com/office/drawing/2014/main" id="{CEDE579A-0A12-4A10-85D4-A8DA1663B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5" name="Group 14">
                <a:extLst>
                  <a:ext uri="{FF2B5EF4-FFF2-40B4-BE49-F238E27FC236}">
                    <a16:creationId xmlns:a16="http://schemas.microsoft.com/office/drawing/2014/main" id="{15CA79E3-BA58-419A-8541-7498AC2633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19" name="Freeform: Shape 18">
                  <a:extLst>
                    <a:ext uri="{FF2B5EF4-FFF2-40B4-BE49-F238E27FC236}">
                      <a16:creationId xmlns:a16="http://schemas.microsoft.com/office/drawing/2014/main" id="{2348C622-BC44-4959-B64E-427015FD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F8841A98-AA1D-4F65-A368-EF31110B0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 name="Group 15">
                <a:extLst>
                  <a:ext uri="{FF2B5EF4-FFF2-40B4-BE49-F238E27FC236}">
                    <a16:creationId xmlns:a16="http://schemas.microsoft.com/office/drawing/2014/main" id="{E6609F08-9B2C-4879-AC68-E3E537BED7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17" name="Freeform: Shape 16">
                  <a:extLst>
                    <a:ext uri="{FF2B5EF4-FFF2-40B4-BE49-F238E27FC236}">
                      <a16:creationId xmlns:a16="http://schemas.microsoft.com/office/drawing/2014/main" id="{6910EFC9-D70D-42FD-BCCD-AB1F710BF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83BEF371-1E22-4C4F-A62F-AC6B92CA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4" name="TextBox 3">
            <a:extLst>
              <a:ext uri="{FF2B5EF4-FFF2-40B4-BE49-F238E27FC236}">
                <a16:creationId xmlns:a16="http://schemas.microsoft.com/office/drawing/2014/main" id="{9ED8F67C-B500-0B3D-6A83-A0A179C8AB47}"/>
              </a:ext>
            </a:extLst>
          </p:cNvPr>
          <p:cNvSpPr txBox="1"/>
          <p:nvPr/>
        </p:nvSpPr>
        <p:spPr>
          <a:xfrm>
            <a:off x="263346" y="2419316"/>
            <a:ext cx="3694176" cy="25571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700" kern="1200">
                <a:solidFill>
                  <a:schemeClr val="tx1"/>
                </a:solidFill>
                <a:latin typeface="+mj-lt"/>
                <a:ea typeface="+mj-ea"/>
                <a:cs typeface="+mj-cs"/>
              </a:rPr>
              <a:t>Project Title – </a:t>
            </a:r>
          </a:p>
          <a:p>
            <a:pPr>
              <a:lnSpc>
                <a:spcPct val="90000"/>
              </a:lnSpc>
              <a:spcBef>
                <a:spcPct val="0"/>
              </a:spcBef>
              <a:spcAft>
                <a:spcPts val="600"/>
              </a:spcAft>
            </a:pPr>
            <a:r>
              <a:rPr lang="en-US" sz="3700" kern="1200">
                <a:solidFill>
                  <a:schemeClr val="tx1"/>
                </a:solidFill>
                <a:latin typeface="+mj-lt"/>
                <a:ea typeface="+mj-ea"/>
                <a:cs typeface="+mj-cs"/>
              </a:rPr>
              <a:t> </a:t>
            </a:r>
            <a:r>
              <a:rPr lang="en-US" sz="3700" b="1" kern="1200">
                <a:solidFill>
                  <a:schemeClr val="tx1"/>
                </a:solidFill>
                <a:latin typeface="+mj-lt"/>
                <a:ea typeface="+mj-ea"/>
                <a:cs typeface="+mj-cs"/>
              </a:rPr>
              <a:t>Web Scraping Tour De France results</a:t>
            </a:r>
          </a:p>
          <a:p>
            <a:pPr>
              <a:lnSpc>
                <a:spcPct val="90000"/>
              </a:lnSpc>
              <a:spcBef>
                <a:spcPct val="0"/>
              </a:spcBef>
              <a:spcAft>
                <a:spcPts val="600"/>
              </a:spcAft>
            </a:pPr>
            <a:endParaRPr lang="en-US" sz="3700" b="1" kern="1200">
              <a:solidFill>
                <a:schemeClr val="tx1"/>
              </a:solidFill>
              <a:latin typeface="+mj-lt"/>
              <a:ea typeface="+mj-ea"/>
              <a:cs typeface="+mj-cs"/>
            </a:endParaRPr>
          </a:p>
        </p:txBody>
      </p:sp>
      <p:sp>
        <p:nvSpPr>
          <p:cNvPr id="5" name="TextBox 4">
            <a:extLst>
              <a:ext uri="{FF2B5EF4-FFF2-40B4-BE49-F238E27FC236}">
                <a16:creationId xmlns:a16="http://schemas.microsoft.com/office/drawing/2014/main" id="{32B6549A-B59E-C514-DA4C-BEE5CECBE07F}"/>
              </a:ext>
            </a:extLst>
          </p:cNvPr>
          <p:cNvSpPr txBox="1"/>
          <p:nvPr/>
        </p:nvSpPr>
        <p:spPr>
          <a:xfrm>
            <a:off x="5232401" y="1721579"/>
            <a:ext cx="6140449" cy="3952648"/>
          </a:xfrm>
          <a:prstGeom prst="rect">
            <a:avLst/>
          </a:prstGeom>
        </p:spPr>
        <p:txBody>
          <a:bodyPr vert="horz" lIns="91440" tIns="45720" rIns="91440" bIns="45720" rtlCol="0">
            <a:normAutofit/>
          </a:bodyPr>
          <a:lstStyle/>
          <a:p>
            <a:pPr indent="-228600">
              <a:lnSpc>
                <a:spcPct val="90000"/>
              </a:lnSpc>
              <a:spcBef>
                <a:spcPts val="0"/>
              </a:spcBef>
              <a:spcAft>
                <a:spcPts val="600"/>
              </a:spcAft>
              <a:buFont typeface="Arial" panose="020B0604020202020204" pitchFamily="34" charset="0"/>
              <a:buChar char="•"/>
            </a:pPr>
            <a:r>
              <a:rPr lang="en-US" sz="1700">
                <a:solidFill>
                  <a:schemeClr val="tx1">
                    <a:alpha val="80000"/>
                  </a:schemeClr>
                </a:solidFill>
                <a:effectLst/>
              </a:rPr>
              <a:t>One of my passions outside of technology is cycling, and this has led to an interest in the Tour de France, one of the most recognisable professional cycle races in the world. Some datasets list the winners and times. That said, these do not include all the finishers for each stage of the race; typically, they only have the top 10 finishers and results.</a:t>
            </a:r>
          </a:p>
          <a:p>
            <a:pPr indent="-228600">
              <a:lnSpc>
                <a:spcPct val="90000"/>
              </a:lnSpc>
              <a:spcBef>
                <a:spcPts val="0"/>
              </a:spcBef>
              <a:spcAft>
                <a:spcPts val="600"/>
              </a:spcAft>
              <a:buFont typeface="Arial" panose="020B0604020202020204" pitchFamily="34" charset="0"/>
              <a:buChar char="•"/>
            </a:pPr>
            <a:endParaRPr lang="en-US" sz="1700">
              <a:solidFill>
                <a:schemeClr val="tx1">
                  <a:alpha val="80000"/>
                </a:schemeClr>
              </a:solidFill>
              <a:effectLst/>
            </a:endParaRPr>
          </a:p>
          <a:p>
            <a:pPr indent="-228600">
              <a:lnSpc>
                <a:spcPct val="90000"/>
              </a:lnSpc>
              <a:spcBef>
                <a:spcPts val="0"/>
              </a:spcBef>
              <a:spcAft>
                <a:spcPts val="600"/>
              </a:spcAft>
              <a:buFont typeface="Arial" panose="020B0604020202020204" pitchFamily="34" charset="0"/>
              <a:buChar char="•"/>
            </a:pPr>
            <a:r>
              <a:rPr lang="en-US" sz="1700">
                <a:solidFill>
                  <a:schemeClr val="tx1">
                    <a:alpha val="80000"/>
                  </a:schemeClr>
                </a:solidFill>
                <a:effectLst/>
              </a:rPr>
              <a:t>While looking at various websites, I found </a:t>
            </a:r>
            <a:r>
              <a:rPr lang="en-US" sz="1700">
                <a:solidFill>
                  <a:schemeClr val="tx1">
                    <a:alpha val="80000"/>
                  </a:schemeClr>
                </a:solidFill>
                <a:effectLst/>
                <a:hlinkClick r:id="rId4"/>
              </a:rPr>
              <a:t>https://www.procyclingstats.com</a:t>
            </a:r>
            <a:r>
              <a:rPr lang="en-US" sz="1700">
                <a:solidFill>
                  <a:schemeClr val="tx1">
                    <a:alpha val="80000"/>
                  </a:schemeClr>
                </a:solidFill>
                <a:effectLst/>
              </a:rPr>
              <a:t>, which lists all the finishers for each stage going back to the first race. The next step was to choose the right web scraping technology to extract the results. After careful consideration, I settled on using Python and Beautiful Soup to scrape the website. The data scraped from the website is then written to a set of tables hosted in an SQL server database.</a:t>
            </a:r>
          </a:p>
          <a:p>
            <a:pPr indent="-228600">
              <a:lnSpc>
                <a:spcPct val="90000"/>
              </a:lnSpc>
              <a:spcAft>
                <a:spcPts val="600"/>
              </a:spcAft>
              <a:buFont typeface="Arial" panose="020B0604020202020204" pitchFamily="34" charset="0"/>
              <a:buChar char="•"/>
            </a:pPr>
            <a:endParaRPr lang="en-US" sz="1700">
              <a:solidFill>
                <a:schemeClr val="tx1">
                  <a:alpha val="80000"/>
                </a:schemeClr>
              </a:solidFill>
            </a:endParaRPr>
          </a:p>
        </p:txBody>
      </p:sp>
    </p:spTree>
    <p:extLst>
      <p:ext uri="{BB962C8B-B14F-4D97-AF65-F5344CB8AC3E}">
        <p14:creationId xmlns:p14="http://schemas.microsoft.com/office/powerpoint/2010/main" val="1365842890"/>
      </p:ext>
    </p:extLst>
  </p:cSld>
  <p:clrMapOvr>
    <a:overrideClrMapping bg1="dk1" tx1="lt1" bg2="dk2" tx2="lt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sitting at a table with a computer&#10;&#10;Description automatically generated">
            <a:extLst>
              <a:ext uri="{FF2B5EF4-FFF2-40B4-BE49-F238E27FC236}">
                <a16:creationId xmlns:a16="http://schemas.microsoft.com/office/drawing/2014/main" id="{FC6606D6-6E23-8B81-F7B0-36A29511E15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5249779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ilhouette of people jumping in the air&#10;&#10;Description automatically generated">
            <a:extLst>
              <a:ext uri="{FF2B5EF4-FFF2-40B4-BE49-F238E27FC236}">
                <a16:creationId xmlns:a16="http://schemas.microsoft.com/office/drawing/2014/main" id="{B959C007-CE3A-5A38-42D0-A1D0D686D01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5517820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close-up of broken plate&#10;&#10;Description automatically generated">
            <a:extLst>
              <a:ext uri="{FF2B5EF4-FFF2-40B4-BE49-F238E27FC236}">
                <a16:creationId xmlns:a16="http://schemas.microsoft.com/office/drawing/2014/main" id="{56CE4823-3863-CC0F-5CB6-5F8869C40FD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4 with solid fill">
            <a:extLst>
              <a:ext uri="{FF2B5EF4-FFF2-40B4-BE49-F238E27FC236}">
                <a16:creationId xmlns:a16="http://schemas.microsoft.com/office/drawing/2014/main" id="{551153E7-6811-4391-F992-6E26C94A98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81025" y="5942744"/>
            <a:ext cx="914400" cy="914400"/>
          </a:xfrm>
          <a:prstGeom prst="rect">
            <a:avLst/>
          </a:prstGeom>
        </p:spPr>
      </p:pic>
    </p:spTree>
    <p:extLst>
      <p:ext uri="{BB962C8B-B14F-4D97-AF65-F5344CB8AC3E}">
        <p14:creationId xmlns:p14="http://schemas.microsoft.com/office/powerpoint/2010/main" val="106820133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up of broken plate&#10;&#10;Description automatically generated">
            <a:extLst>
              <a:ext uri="{FF2B5EF4-FFF2-40B4-BE49-F238E27FC236}">
                <a16:creationId xmlns:a16="http://schemas.microsoft.com/office/drawing/2014/main" id="{56CE4823-3863-CC0F-5CB6-5F8869C40FD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047" y="10"/>
            <a:ext cx="12191999" cy="6857990"/>
          </a:xfrm>
          <a:prstGeom prst="rect">
            <a:avLst/>
          </a:prstGeom>
        </p:spPr>
      </p:pic>
      <p:sp>
        <p:nvSpPr>
          <p:cNvPr id="15" name="Rectangle 1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11A445-9EFB-0AB0-4FAE-B40F93C263C2}"/>
              </a:ext>
            </a:extLst>
          </p:cNvPr>
          <p:cNvSpPr txBox="1"/>
          <p:nvPr/>
        </p:nvSpPr>
        <p:spPr>
          <a:xfrm>
            <a:off x="1097280" y="325550"/>
            <a:ext cx="10058400" cy="3574778"/>
          </a:xfrm>
          <a:prstGeom prst="rect">
            <a:avLst/>
          </a:prstGeom>
          <a:effectLst>
            <a:outerShdw blurRad="50800" dist="38100" dir="2700000" algn="tl" rotWithShape="0">
              <a:prstClr val="black">
                <a:alpha val="40000"/>
              </a:prstClr>
            </a:outerShdw>
          </a:effectLst>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9600" b="1">
                <a:solidFill>
                  <a:srgbClr val="FFFFFF"/>
                </a:solidFill>
                <a:latin typeface="+mj-lt"/>
                <a:ea typeface="+mj-ea"/>
                <a:cs typeface="+mj-cs"/>
              </a:rPr>
              <a:t>Failure</a:t>
            </a:r>
          </a:p>
        </p:txBody>
      </p:sp>
    </p:spTree>
    <p:extLst>
      <p:ext uri="{BB962C8B-B14F-4D97-AF65-F5344CB8AC3E}">
        <p14:creationId xmlns:p14="http://schemas.microsoft.com/office/powerpoint/2010/main" val="24013945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Man with hand on face">
            <a:extLst>
              <a:ext uri="{FF2B5EF4-FFF2-40B4-BE49-F238E27FC236}">
                <a16:creationId xmlns:a16="http://schemas.microsoft.com/office/drawing/2014/main" id="{86731C64-C572-4758-E332-8F72B879FCA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7268178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A person holding a phone to his ear&#10;&#10;Description automatically generated">
            <a:extLst>
              <a:ext uri="{FF2B5EF4-FFF2-40B4-BE49-F238E27FC236}">
                <a16:creationId xmlns:a16="http://schemas.microsoft.com/office/drawing/2014/main" id="{D9E583E5-A3E7-8850-0354-A90C563161E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41789958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pile of wooden tiles with letters on them&#10;&#10;Description automatically generated">
            <a:extLst>
              <a:ext uri="{FF2B5EF4-FFF2-40B4-BE49-F238E27FC236}">
                <a16:creationId xmlns:a16="http://schemas.microsoft.com/office/drawing/2014/main" id="{FA80E6A5-5965-492D-DAFC-8783671EE30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6234634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neon sign on a plant&#10;&#10;Description automatically generated">
            <a:extLst>
              <a:ext uri="{FF2B5EF4-FFF2-40B4-BE49-F238E27FC236}">
                <a16:creationId xmlns:a16="http://schemas.microsoft.com/office/drawing/2014/main" id="{CDBBDE7A-36AA-00DE-DFB5-4A6DF0630D4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76953859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Two stuffed animals on a couch&#10;&#10;Description automatically generated">
            <a:extLst>
              <a:ext uri="{FF2B5EF4-FFF2-40B4-BE49-F238E27FC236}">
                <a16:creationId xmlns:a16="http://schemas.microsoft.com/office/drawing/2014/main" id="{F07391E2-574A-9E2D-57A8-FA81492890F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9011110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ign on a wall&#10;&#10;Description automatically generated">
            <a:extLst>
              <a:ext uri="{FF2B5EF4-FFF2-40B4-BE49-F238E27FC236}">
                <a16:creationId xmlns:a16="http://schemas.microsoft.com/office/drawing/2014/main" id="{99768B79-CB79-CA60-9031-0021FF75E67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4736857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measuring tape with a tape measure&#10;&#10;Description automatically generated">
            <a:extLst>
              <a:ext uri="{FF2B5EF4-FFF2-40B4-BE49-F238E27FC236}">
                <a16:creationId xmlns:a16="http://schemas.microsoft.com/office/drawing/2014/main" id="{4A1EB9AB-214C-B6D3-22E9-C66AA0871BDE}"/>
              </a:ext>
            </a:extLst>
          </p:cNvPr>
          <p:cNvPicPr>
            <a:picLocks noChangeAspect="1"/>
          </p:cNvPicPr>
          <p:nvPr/>
        </p:nvPicPr>
        <p:blipFill>
          <a:blip r:embed="rId3" cstate="email">
            <a:extLst>
              <a:ext uri="{28A0092B-C50C-407E-A947-70E740481C1C}">
                <a14:useLocalDpi xmlns:a14="http://schemas.microsoft.com/office/drawing/2010/main"/>
              </a:ext>
            </a:extLst>
          </a:blip>
          <a:srcRect b="-1"/>
          <a:stretch/>
        </p:blipFill>
        <p:spPr>
          <a:xfrm>
            <a:off x="20" y="1282"/>
            <a:ext cx="12191980" cy="6856718"/>
          </a:xfrm>
          <a:prstGeom prst="rect">
            <a:avLst/>
          </a:prstGeom>
        </p:spPr>
      </p:pic>
    </p:spTree>
    <p:extLst>
      <p:ext uri="{BB962C8B-B14F-4D97-AF65-F5344CB8AC3E}">
        <p14:creationId xmlns:p14="http://schemas.microsoft.com/office/powerpoint/2010/main" val="5530625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BA4CAB-1389-B99F-8779-ABEB19891E6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B497C73-50A0-C9A7-2D94-C5F6C73CF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0B75D6A-72C6-950E-3BF3-1F3FB4BC6D27}"/>
              </a:ext>
            </a:extLst>
          </p:cNvPr>
          <p:cNvPicPr>
            <a:picLocks noChangeAspect="1"/>
          </p:cNvPicPr>
          <p:nvPr/>
        </p:nvPicPr>
        <p:blipFill>
          <a:blip r:embed="rId2" cstate="email">
            <a:extLst>
              <a:ext uri="{28A0092B-C50C-407E-A947-70E740481C1C}">
                <a14:useLocalDpi xmlns:a14="http://schemas.microsoft.com/office/drawing/2010/main"/>
              </a:ext>
            </a:extLst>
          </a:blip>
          <a:srcRect t="6749" b="8997"/>
          <a:stretch>
            <a:fillRect/>
          </a:stretch>
        </p:blipFill>
        <p:spPr>
          <a:xfrm>
            <a:off x="20" y="1282"/>
            <a:ext cx="12191980" cy="6856718"/>
          </a:xfrm>
          <a:prstGeom prst="rect">
            <a:avLst/>
          </a:prstGeom>
        </p:spPr>
      </p:pic>
    </p:spTree>
    <p:extLst>
      <p:ext uri="{BB962C8B-B14F-4D97-AF65-F5344CB8AC3E}">
        <p14:creationId xmlns:p14="http://schemas.microsoft.com/office/powerpoint/2010/main" val="30717778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holding a dog&#10;&#10;Description automatically generated">
            <a:extLst>
              <a:ext uri="{FF2B5EF4-FFF2-40B4-BE49-F238E27FC236}">
                <a16:creationId xmlns:a16="http://schemas.microsoft.com/office/drawing/2014/main" id="{BBE99D9C-9154-FB1A-A42B-289A46AAA26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2328669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9AEAA1-FE80-6D48-D031-716D80754523}"/>
              </a:ext>
            </a:extLst>
          </p:cNvPr>
          <p:cNvSpPr txBox="1"/>
          <p:nvPr/>
        </p:nvSpPr>
        <p:spPr>
          <a:xfrm>
            <a:off x="0" y="2497976"/>
            <a:ext cx="12192000" cy="1862048"/>
          </a:xfrm>
          <a:prstGeom prst="rect">
            <a:avLst/>
          </a:prstGeom>
          <a:noFill/>
        </p:spPr>
        <p:txBody>
          <a:bodyPr wrap="square">
            <a:spAutoFit/>
          </a:bodyPr>
          <a:lstStyle/>
          <a:p>
            <a:pPr algn="ctr"/>
            <a:r>
              <a:rPr lang="en-GB" sz="11500">
                <a:solidFill>
                  <a:srgbClr val="0070C0"/>
                </a:solidFill>
              </a:rPr>
              <a:t>Compliments</a:t>
            </a:r>
          </a:p>
        </p:txBody>
      </p:sp>
      <p:pic>
        <p:nvPicPr>
          <p:cNvPr id="4" name="Graphic 3" descr="Badge 5 with solid fill">
            <a:extLst>
              <a:ext uri="{FF2B5EF4-FFF2-40B4-BE49-F238E27FC236}">
                <a16:creationId xmlns:a16="http://schemas.microsoft.com/office/drawing/2014/main" id="{302C5AF6-B799-A2B4-A921-A5E0E78255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1987643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3A727B-E2B3-480D-AC30-C0F29523737A}"/>
              </a:ext>
            </a:extLst>
          </p:cNvPr>
          <p:cNvSpPr/>
          <p:nvPr/>
        </p:nvSpPr>
        <p:spPr>
          <a:xfrm>
            <a:off x="0" y="445770"/>
            <a:ext cx="12192000" cy="2646878"/>
          </a:xfrm>
          <a:prstGeom prst="rect">
            <a:avLst/>
          </a:prstGeom>
          <a:noFill/>
        </p:spPr>
        <p:txBody>
          <a:bodyPr wrap="square" lIns="91440" tIns="45720" rIns="91440" bIns="45720">
            <a:spAutoFit/>
          </a:bodyPr>
          <a:lstStyle/>
          <a:p>
            <a:pPr algn="ctr"/>
            <a:r>
              <a:rPr lang="en-US" sz="16600">
                <a:ln w="0"/>
                <a:effectLst>
                  <a:outerShdw blurRad="38100" dist="19050" dir="2700000" algn="tl" rotWithShape="0">
                    <a:schemeClr val="dk1">
                      <a:alpha val="40000"/>
                    </a:schemeClr>
                  </a:outerShdw>
                </a:effectLst>
              </a:rPr>
              <a:t>Compliment</a:t>
            </a:r>
            <a:endParaRPr lang="en-US" sz="5400">
              <a:ln w="0"/>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2031ED19-FB2E-4CDA-8E4F-20B58F18EC01}"/>
              </a:ext>
            </a:extLst>
          </p:cNvPr>
          <p:cNvSpPr/>
          <p:nvPr/>
        </p:nvSpPr>
        <p:spPr>
          <a:xfrm>
            <a:off x="1521561" y="3092648"/>
            <a:ext cx="9304936" cy="3139321"/>
          </a:xfrm>
          <a:prstGeom prst="rect">
            <a:avLst/>
          </a:prstGeom>
        </p:spPr>
        <p:txBody>
          <a:bodyPr wrap="square">
            <a:spAutoFit/>
          </a:bodyPr>
          <a:lstStyle/>
          <a:p>
            <a:pPr algn="ctr"/>
            <a:r>
              <a:rPr lang="en-GB" sz="6600"/>
              <a:t> a remark that expresses approval, admiration, or respect:</a:t>
            </a:r>
          </a:p>
        </p:txBody>
      </p:sp>
    </p:spTree>
    <p:extLst>
      <p:ext uri="{BB962C8B-B14F-4D97-AF65-F5344CB8AC3E}">
        <p14:creationId xmlns:p14="http://schemas.microsoft.com/office/powerpoint/2010/main" val="419400174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hat in for me">
            <a:extLst>
              <a:ext uri="{FF2B5EF4-FFF2-40B4-BE49-F238E27FC236}">
                <a16:creationId xmlns:a16="http://schemas.microsoft.com/office/drawing/2014/main" id="{223F3FCE-38C9-40ED-85EA-008CC5491BE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920019" y="0"/>
            <a:ext cx="853692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2102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teaspoon of honey attracts more flies than a quart of vinegar">
            <a:extLst>
              <a:ext uri="{FF2B5EF4-FFF2-40B4-BE49-F238E27FC236}">
                <a16:creationId xmlns:a16="http://schemas.microsoft.com/office/drawing/2014/main" id="{65E13ECD-82F6-4B06-9A3A-D5481D19E6A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31863" y="0"/>
            <a:ext cx="103266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3486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1.bp.blogspot.com/-s-gCJ0HwzyI/Te7BAcJb9GI/AAAAAAAADbI/BsRcP3zaWz0/s320/confidence.jpg">
            <a:extLst>
              <a:ext uri="{FF2B5EF4-FFF2-40B4-BE49-F238E27FC236}">
                <a16:creationId xmlns:a16="http://schemas.microsoft.com/office/drawing/2014/main" id="{916E6F64-BBA1-4017-9630-0418296574F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784886" y="614553"/>
            <a:ext cx="6622228" cy="562889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2320ABD-990A-4F43-85DD-CEF120A7BAD1}"/>
              </a:ext>
            </a:extLst>
          </p:cNvPr>
          <p:cNvSpPr/>
          <p:nvPr/>
        </p:nvSpPr>
        <p:spPr>
          <a:xfrm>
            <a:off x="5683963" y="6503146"/>
            <a:ext cx="824072"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hlinkClick r:id="rId4"/>
              </a:rPr>
              <a:t>Source</a:t>
            </a:r>
            <a:endParaRPr lang="en-US" b="0" cap="none" spc="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950906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151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ttps://i.imgflip.com/2a6eqk.jpg">
            <a:extLst>
              <a:ext uri="{FF2B5EF4-FFF2-40B4-BE49-F238E27FC236}">
                <a16:creationId xmlns:a16="http://schemas.microsoft.com/office/drawing/2014/main" id="{FD3794C5-2444-471E-8561-38530C5C6ED5}"/>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2381956" y="643467"/>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575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mage result for person thinking">
            <a:extLst>
              <a:ext uri="{FF2B5EF4-FFF2-40B4-BE49-F238E27FC236}">
                <a16:creationId xmlns:a16="http://schemas.microsoft.com/office/drawing/2014/main" id="{08561590-B50D-49CE-8BDA-7A11163400C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96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ky, outdoor, sunset, sun&#10;&#10;Description generated with very high confidence">
            <a:extLst>
              <a:ext uri="{FF2B5EF4-FFF2-40B4-BE49-F238E27FC236}">
                <a16:creationId xmlns:a16="http://schemas.microsoft.com/office/drawing/2014/main" id="{985C85AF-75D8-4BAD-A725-962B1BB83D6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50439" y="-64839"/>
            <a:ext cx="5459253" cy="6987678"/>
          </a:xfrm>
          <a:prstGeom prst="rect">
            <a:avLst/>
          </a:prstGeom>
        </p:spPr>
      </p:pic>
    </p:spTree>
    <p:extLst>
      <p:ext uri="{BB962C8B-B14F-4D97-AF65-F5344CB8AC3E}">
        <p14:creationId xmlns:p14="http://schemas.microsoft.com/office/powerpoint/2010/main" val="18868772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B88559-7E59-4A18-99AF-BD4427B34AE9}"/>
              </a:ext>
            </a:extLst>
          </p:cNvPr>
          <p:cNvSpPr/>
          <p:nvPr/>
        </p:nvSpPr>
        <p:spPr>
          <a:xfrm>
            <a:off x="0" y="1166842"/>
            <a:ext cx="12192000" cy="4524315"/>
          </a:xfrm>
          <a:prstGeom prst="rect">
            <a:avLst/>
          </a:prstGeom>
          <a:noFill/>
        </p:spPr>
        <p:txBody>
          <a:bodyPr wrap="square" lIns="91440" tIns="45720" rIns="91440" bIns="45720">
            <a:spAutoFit/>
          </a:bodyPr>
          <a:lstStyle/>
          <a:p>
            <a:pPr algn="ctr"/>
            <a:r>
              <a:rPr lang="en-US" sz="96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a:t>
            </a:r>
            <a:r>
              <a:rPr lang="en-US" sz="96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o</a:t>
            </a:r>
          </a:p>
          <a:p>
            <a:pPr algn="ctr"/>
            <a:r>
              <a:rPr lang="en-US" sz="96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a:t>
            </a:r>
            <a:r>
              <a:rPr lang="en-US" sz="9600" b="1">
                <a:ln w="9525">
                  <a:solidFill>
                    <a:schemeClr val="bg1"/>
                  </a:solidFill>
                  <a:prstDash val="solid"/>
                </a:ln>
                <a:effectLst>
                  <a:outerShdw blurRad="12700" dist="38100" dir="2700000" algn="tl" rotWithShape="0">
                    <a:schemeClr val="bg1">
                      <a:lumMod val="50000"/>
                    </a:schemeClr>
                  </a:outerShdw>
                </a:effectLst>
              </a:rPr>
              <a:t>t</a:t>
            </a:r>
          </a:p>
          <a:p>
            <a:pPr algn="ctr"/>
            <a:r>
              <a:rPr lang="en-US" sz="96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Y</a:t>
            </a:r>
            <a:r>
              <a:rPr lang="en-US" sz="96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ourself</a:t>
            </a:r>
          </a:p>
        </p:txBody>
      </p:sp>
    </p:spTree>
    <p:extLst>
      <p:ext uri="{BB962C8B-B14F-4D97-AF65-F5344CB8AC3E}">
        <p14:creationId xmlns:p14="http://schemas.microsoft.com/office/powerpoint/2010/main" val="19789173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EF92D6-86EB-4B32-BB27-AA329FF8EE45}"/>
              </a:ext>
            </a:extLst>
          </p:cNvPr>
          <p:cNvPicPr>
            <a:picLocks noChangeAspect="1"/>
          </p:cNvPicPr>
          <p:nvPr/>
        </p:nvPicPr>
        <p:blipFill>
          <a:blip r:embed="rId3"/>
          <a:stretch>
            <a:fillRect/>
          </a:stretch>
        </p:blipFill>
        <p:spPr>
          <a:xfrm>
            <a:off x="5904205" y="3210336"/>
            <a:ext cx="6155783" cy="3471862"/>
          </a:xfrm>
          <a:prstGeom prst="rect">
            <a:avLst/>
          </a:prstGeom>
        </p:spPr>
      </p:pic>
      <p:pic>
        <p:nvPicPr>
          <p:cNvPr id="4098" name="Picture 2" descr="Image result for people smiling at each other">
            <a:extLst>
              <a:ext uri="{FF2B5EF4-FFF2-40B4-BE49-F238E27FC236}">
                <a16:creationId xmlns:a16="http://schemas.microsoft.com/office/drawing/2014/main" id="{8A8F9EC3-3DA0-441B-9D36-95E7CF215BE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2012" y="94299"/>
            <a:ext cx="6291647" cy="4209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4594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457E50-FB05-4698-97B8-7BA813456E4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3654776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A057CF-9AC0-4069-A339-F1B3E9DF7811}"/>
              </a:ext>
            </a:extLst>
          </p:cNvPr>
          <p:cNvSpPr/>
          <p:nvPr/>
        </p:nvSpPr>
        <p:spPr>
          <a:xfrm>
            <a:off x="-64341" y="1851645"/>
            <a:ext cx="12320682" cy="3154710"/>
          </a:xfrm>
          <a:prstGeom prst="rect">
            <a:avLst/>
          </a:prstGeom>
          <a:noFill/>
        </p:spPr>
        <p:txBody>
          <a:bodyPr wrap="none" lIns="91440" tIns="45720" rIns="91440" bIns="45720">
            <a:spAutoFit/>
          </a:bodyPr>
          <a:lstStyle/>
          <a:p>
            <a:pPr algn="ctr"/>
            <a:r>
              <a:rPr lang="en-US" sz="19900" b="0" cap="none" spc="0">
                <a:ln w="0"/>
                <a:solidFill>
                  <a:schemeClr val="tx1"/>
                </a:solidFill>
                <a:effectLst>
                  <a:outerShdw blurRad="38100" dist="19050" dir="2700000" algn="tl" rotWithShape="0">
                    <a:schemeClr val="dk1">
                      <a:alpha val="40000"/>
                    </a:schemeClr>
                  </a:outerShdw>
                </a:effectLst>
              </a:rPr>
              <a:t>Be genuine</a:t>
            </a:r>
            <a:r>
              <a:rPr lang="en-US" sz="19900">
                <a:ln w="0"/>
                <a:effectLst>
                  <a:outerShdw blurRad="38100" dist="19050" dir="2700000" algn="tl" rotWithShape="0">
                    <a:schemeClr val="dk1">
                      <a:alpha val="40000"/>
                    </a:schemeClr>
                  </a:outerShdw>
                </a:effectLst>
              </a:rPr>
              <a:t> </a:t>
            </a:r>
            <a:endParaRPr lang="en-US" sz="19900" b="0" cap="none" spc="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5729868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whats in a name">
            <a:extLst>
              <a:ext uri="{FF2B5EF4-FFF2-40B4-BE49-F238E27FC236}">
                <a16:creationId xmlns:a16="http://schemas.microsoft.com/office/drawing/2014/main" id="{A8CDB150-36EB-4B87-8290-C797B05BA20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25048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now">
            <a:extLst>
              <a:ext uri="{FF2B5EF4-FFF2-40B4-BE49-F238E27FC236}">
                <a16:creationId xmlns:a16="http://schemas.microsoft.com/office/drawing/2014/main" id="{CEEA5C72-D14C-4B24-97FB-138A826FDD4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64189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child with binoculars">
            <a:extLst>
              <a:ext uri="{FF2B5EF4-FFF2-40B4-BE49-F238E27FC236}">
                <a16:creationId xmlns:a16="http://schemas.microsoft.com/office/drawing/2014/main" id="{8695704C-CEF0-410B-9E27-509FF88BEAA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9022" y="352901"/>
            <a:ext cx="11073956" cy="6152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59587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men gossiping">
            <a:extLst>
              <a:ext uri="{FF2B5EF4-FFF2-40B4-BE49-F238E27FC236}">
                <a16:creationId xmlns:a16="http://schemas.microsoft.com/office/drawing/2014/main" id="{58F1DC08-862B-4781-8381-9B3E0483DB6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18247" y="177165"/>
            <a:ext cx="9755505" cy="6503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62426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result for everyone">
            <a:extLst>
              <a:ext uri="{FF2B5EF4-FFF2-40B4-BE49-F238E27FC236}">
                <a16:creationId xmlns:a16="http://schemas.microsoft.com/office/drawing/2014/main" id="{1A17DA4B-D937-43FD-98DD-FDC4D3EFB40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37210" y="2566034"/>
            <a:ext cx="11521053"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4031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3683F5-EE6A-4E75-9872-8D317C6F3F8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768324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how not to">
            <a:extLst>
              <a:ext uri="{FF2B5EF4-FFF2-40B4-BE49-F238E27FC236}">
                <a16:creationId xmlns:a16="http://schemas.microsoft.com/office/drawing/2014/main" id="{7BF4FABA-8A03-4133-828E-F9B591E5B6A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89233" y="331470"/>
            <a:ext cx="10813533" cy="6195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478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9E38E4-79FF-456A-9916-2705AEFC04F2}"/>
              </a:ext>
            </a:extLst>
          </p:cNvPr>
          <p:cNvSpPr/>
          <p:nvPr/>
        </p:nvSpPr>
        <p:spPr>
          <a:xfrm>
            <a:off x="0" y="728260"/>
            <a:ext cx="12192000" cy="5401479"/>
          </a:xfrm>
          <a:prstGeom prst="rect">
            <a:avLst/>
          </a:prstGeom>
          <a:noFill/>
        </p:spPr>
        <p:txBody>
          <a:bodyPr wrap="square" lIns="91440" tIns="45720" rIns="91440" bIns="45720">
            <a:spAutoFit/>
          </a:bodyPr>
          <a:lstStyle/>
          <a:p>
            <a:pPr algn="ctr"/>
            <a:r>
              <a:rPr lang="en-US" sz="11500">
                <a:ln w="0"/>
                <a:effectLst>
                  <a:outerShdw blurRad="38100" dist="19050" dir="2700000" algn="tl" rotWithShape="0">
                    <a:schemeClr val="dk1">
                      <a:alpha val="40000"/>
                    </a:schemeClr>
                  </a:outerShdw>
                </a:effectLst>
              </a:rPr>
              <a:t>You’re pretty good at programming </a:t>
            </a:r>
          </a:p>
          <a:p>
            <a:pPr algn="ctr"/>
            <a:r>
              <a:rPr lang="en-US" sz="11500">
                <a:ln w="0"/>
                <a:effectLst>
                  <a:outerShdw blurRad="38100" dist="19050" dir="2700000" algn="tl" rotWithShape="0">
                    <a:schemeClr val="dk1">
                      <a:alpha val="40000"/>
                    </a:schemeClr>
                  </a:outerShdw>
                </a:effectLst>
              </a:rPr>
              <a:t>for a ……………</a:t>
            </a:r>
          </a:p>
        </p:txBody>
      </p:sp>
    </p:spTree>
    <p:extLst>
      <p:ext uri="{BB962C8B-B14F-4D97-AF65-F5344CB8AC3E}">
        <p14:creationId xmlns:p14="http://schemas.microsoft.com/office/powerpoint/2010/main" val="33692878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250DB5-2DFF-44ED-A8AD-D896CE6928F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77640" y="0"/>
            <a:ext cx="4983480" cy="3359649"/>
          </a:xfrm>
          <a:prstGeom prst="rect">
            <a:avLst/>
          </a:prstGeom>
          <a:effectLst>
            <a:outerShdw dist="50800" dir="5400000" algn="ctr" rotWithShape="0">
              <a:srgbClr val="000000">
                <a:alpha val="0"/>
              </a:srgbClr>
            </a:outerShdw>
          </a:effectLst>
        </p:spPr>
      </p:pic>
      <p:sp>
        <p:nvSpPr>
          <p:cNvPr id="4" name="Rectangle 3">
            <a:extLst>
              <a:ext uri="{FF2B5EF4-FFF2-40B4-BE49-F238E27FC236}">
                <a16:creationId xmlns:a16="http://schemas.microsoft.com/office/drawing/2014/main" id="{B846BA57-0A65-4712-B06C-6824CB843484}"/>
              </a:ext>
            </a:extLst>
          </p:cNvPr>
          <p:cNvSpPr/>
          <p:nvPr/>
        </p:nvSpPr>
        <p:spPr>
          <a:xfrm>
            <a:off x="137160" y="2785660"/>
            <a:ext cx="12192000" cy="4154984"/>
          </a:xfrm>
          <a:prstGeom prst="rect">
            <a:avLst/>
          </a:prstGeom>
        </p:spPr>
        <p:txBody>
          <a:bodyPr wrap="square">
            <a:spAutoFit/>
          </a:bodyPr>
          <a:lstStyle/>
          <a:p>
            <a:pPr algn="ctr"/>
            <a:r>
              <a:rPr lang="en-US" sz="8800">
                <a:ln w="0"/>
                <a:effectLst>
                  <a:outerShdw blurRad="38100" dist="19050" dir="2700000" algn="tl" rotWithShape="0">
                    <a:schemeClr val="dk1">
                      <a:alpha val="40000"/>
                    </a:schemeClr>
                  </a:outerShdw>
                </a:effectLst>
              </a:rPr>
              <a:t>That’s a good query for someone who does not know X</a:t>
            </a:r>
          </a:p>
        </p:txBody>
      </p:sp>
    </p:spTree>
    <p:extLst>
      <p:ext uri="{BB962C8B-B14F-4D97-AF65-F5344CB8AC3E}">
        <p14:creationId xmlns:p14="http://schemas.microsoft.com/office/powerpoint/2010/main" val="171088505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0414DA-28EB-42BD-82AE-D8445D2C0313}"/>
              </a:ext>
            </a:extLst>
          </p:cNvPr>
          <p:cNvSpPr/>
          <p:nvPr/>
        </p:nvSpPr>
        <p:spPr>
          <a:xfrm>
            <a:off x="457918" y="5798820"/>
            <a:ext cx="11276164" cy="1107996"/>
          </a:xfrm>
          <a:prstGeom prst="rect">
            <a:avLst/>
          </a:prstGeom>
          <a:noFill/>
        </p:spPr>
        <p:txBody>
          <a:bodyPr wrap="none" lIns="91440" tIns="45720" rIns="91440" bIns="45720">
            <a:spAutoFit/>
          </a:bodyPr>
          <a:lstStyle/>
          <a:p>
            <a:pPr algn="ctr"/>
            <a:r>
              <a:rPr lang="en-US" sz="6600">
                <a:ln w="0"/>
                <a:effectLst>
                  <a:outerShdw blurRad="38100" dist="19050" dir="2700000" algn="tl" rotWithShape="0">
                    <a:schemeClr val="dk1">
                      <a:alpha val="40000"/>
                    </a:schemeClr>
                  </a:outerShdw>
                </a:effectLst>
              </a:rPr>
              <a:t>Will </a:t>
            </a:r>
            <a:r>
              <a:rPr lang="en-US" sz="6600" b="0" cap="none" spc="0">
                <a:ln w="0"/>
                <a:solidFill>
                  <a:schemeClr val="tx1"/>
                </a:solidFill>
                <a:effectLst>
                  <a:outerShdw blurRad="38100" dist="19050" dir="2700000" algn="tl" rotWithShape="0">
                    <a:schemeClr val="dk1">
                      <a:alpha val="40000"/>
                    </a:schemeClr>
                  </a:outerShdw>
                </a:effectLst>
              </a:rPr>
              <a:t>the other person feel good?</a:t>
            </a:r>
          </a:p>
        </p:txBody>
      </p:sp>
      <p:pic>
        <p:nvPicPr>
          <p:cNvPr id="12290" name="Picture 2" descr="Image result for women lifted up by crowd">
            <a:extLst>
              <a:ext uri="{FF2B5EF4-FFF2-40B4-BE49-F238E27FC236}">
                <a16:creationId xmlns:a16="http://schemas.microsoft.com/office/drawing/2014/main" id="{AB6E0C10-D055-45FC-91F1-876C1195B27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129784" y="261616"/>
            <a:ext cx="8305806" cy="5537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3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leaning against a window&#10;&#10;Description automatically generated">
            <a:extLst>
              <a:ext uri="{FF2B5EF4-FFF2-40B4-BE49-F238E27FC236}">
                <a16:creationId xmlns:a16="http://schemas.microsoft.com/office/drawing/2014/main" id="{28B2E801-F833-9EAD-3F26-35D02DF6A07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0912217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701E44-0B0B-4A59-CB8B-52920748FCBE}"/>
              </a:ext>
            </a:extLst>
          </p:cNvPr>
          <p:cNvPicPr>
            <a:picLocks noChangeAspect="1"/>
          </p:cNvPicPr>
          <p:nvPr/>
        </p:nvPicPr>
        <p:blipFill>
          <a:blip r:embed="rId3"/>
          <a:stretch>
            <a:fillRect/>
          </a:stretch>
        </p:blipFill>
        <p:spPr>
          <a:xfrm>
            <a:off x="1969284" y="643466"/>
            <a:ext cx="8253432" cy="5571067"/>
          </a:xfrm>
          <a:prstGeom prst="rect">
            <a:avLst/>
          </a:prstGeom>
        </p:spPr>
      </p:pic>
    </p:spTree>
    <p:extLst>
      <p:ext uri="{BB962C8B-B14F-4D97-AF65-F5344CB8AC3E}">
        <p14:creationId xmlns:p14="http://schemas.microsoft.com/office/powerpoint/2010/main" val="26579439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F311FFE6-F731-17C5-ABCB-81A38A54A068}"/>
              </a:ext>
            </a:extLst>
          </p:cNvPr>
          <p:cNvPicPr>
            <a:picLocks noChangeAspect="1"/>
          </p:cNvPicPr>
          <p:nvPr/>
        </p:nvPicPr>
        <p:blipFill>
          <a:blip r:embed="rId3" cstate="email">
            <a:extLst>
              <a:ext uri="{28A0092B-C50C-407E-A947-70E740481C1C}">
                <a14:useLocalDpi xmlns:a14="http://schemas.microsoft.com/office/drawing/2010/main"/>
              </a:ext>
            </a:extLst>
          </a:blip>
          <a:srcRect t="11781"/>
          <a:stretch>
            <a:fillRect/>
          </a:stretch>
        </p:blipFill>
        <p:spPr>
          <a:xfrm>
            <a:off x="20" y="1282"/>
            <a:ext cx="12191980" cy="6856718"/>
          </a:xfrm>
          <a:prstGeom prst="rect">
            <a:avLst/>
          </a:prstGeom>
        </p:spPr>
      </p:pic>
    </p:spTree>
    <p:extLst>
      <p:ext uri="{BB962C8B-B14F-4D97-AF65-F5344CB8AC3E}">
        <p14:creationId xmlns:p14="http://schemas.microsoft.com/office/powerpoint/2010/main" val="223988161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FC9B-783C-E3EE-E15B-50D731B2B6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9B371B-9E36-B0CE-48F7-9F76C2B59587}"/>
              </a:ext>
            </a:extLst>
          </p:cNvPr>
          <p:cNvSpPr/>
          <p:nvPr/>
        </p:nvSpPr>
        <p:spPr>
          <a:xfrm>
            <a:off x="723232" y="728260"/>
            <a:ext cx="10745536" cy="5401479"/>
          </a:xfrm>
          <a:prstGeom prst="rect">
            <a:avLst/>
          </a:prstGeom>
          <a:noFill/>
        </p:spPr>
        <p:txBody>
          <a:bodyPr wrap="square" lIns="91440" tIns="45720" rIns="91440" bIns="45720">
            <a:spAutoFit/>
          </a:bodyPr>
          <a:lstStyle/>
          <a:p>
            <a:pPr algn="ctr"/>
            <a:r>
              <a:rPr lang="en-US" sz="11500" b="0" cap="none" spc="0">
                <a:ln w="0"/>
                <a:solidFill>
                  <a:schemeClr val="accent1"/>
                </a:solidFill>
                <a:effectLst>
                  <a:outerShdw blurRad="38100" dist="25400" dir="5400000" algn="ctr" rotWithShape="0">
                    <a:srgbClr val="6E747A">
                      <a:alpha val="43000"/>
                    </a:srgbClr>
                  </a:outerShdw>
                </a:effectLst>
              </a:rPr>
              <a:t>“…it's just the Dunning Kruger effect ?...”</a:t>
            </a:r>
          </a:p>
        </p:txBody>
      </p:sp>
    </p:spTree>
    <p:extLst>
      <p:ext uri="{BB962C8B-B14F-4D97-AF65-F5344CB8AC3E}">
        <p14:creationId xmlns:p14="http://schemas.microsoft.com/office/powerpoint/2010/main" val="53045259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A260975-4F14-45DA-CDC6-A91FD4B749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39613" y="643466"/>
            <a:ext cx="7512774" cy="5571067"/>
          </a:xfrm>
          <a:prstGeom prst="rect">
            <a:avLst/>
          </a:prstGeom>
        </p:spPr>
      </p:pic>
    </p:spTree>
    <p:extLst>
      <p:ext uri="{BB962C8B-B14F-4D97-AF65-F5344CB8AC3E}">
        <p14:creationId xmlns:p14="http://schemas.microsoft.com/office/powerpoint/2010/main" val="11843141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8BA6E5-E1C1-0E51-9568-C5B232D98818}"/>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E963AB4B-DC02-50A9-88C6-9D2074116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39613" y="643466"/>
            <a:ext cx="7512774" cy="5571067"/>
          </a:xfrm>
          <a:prstGeom prst="rect">
            <a:avLst/>
          </a:prstGeom>
        </p:spPr>
      </p:pic>
      <p:sp>
        <p:nvSpPr>
          <p:cNvPr id="2" name="Rectangle 1">
            <a:extLst>
              <a:ext uri="{FF2B5EF4-FFF2-40B4-BE49-F238E27FC236}">
                <a16:creationId xmlns:a16="http://schemas.microsoft.com/office/drawing/2014/main" id="{C38600D7-D845-8817-453B-41FA81258186}"/>
              </a:ext>
            </a:extLst>
          </p:cNvPr>
          <p:cNvSpPr/>
          <p:nvPr/>
        </p:nvSpPr>
        <p:spPr>
          <a:xfrm>
            <a:off x="3862426" y="2392070"/>
            <a:ext cx="2084832" cy="2684679"/>
          </a:xfrm>
          <a:prstGeom prst="rect">
            <a:avLst/>
          </a:prstGeom>
          <a:noFill/>
          <a:ln w="666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9490607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6D7FCBA3-D808-127D-06DB-8B994F1BF1D7}"/>
              </a:ext>
            </a:extLst>
          </p:cNvPr>
          <p:cNvPicPr>
            <a:picLocks noChangeAspect="1"/>
          </p:cNvPicPr>
          <p:nvPr/>
        </p:nvPicPr>
        <p:blipFill>
          <a:blip r:embed="rId3" cstate="email">
            <a:extLst>
              <a:ext uri="{28A0092B-C50C-407E-A947-70E740481C1C}">
                <a14:useLocalDpi xmlns:a14="http://schemas.microsoft.com/office/drawing/2010/main"/>
              </a:ext>
            </a:extLst>
          </a:blip>
          <a:srcRect t="18035" r="1" b="42035"/>
          <a:stretch>
            <a:fillRect/>
          </a:stretch>
        </p:blipFill>
        <p:spPr>
          <a:xfrm>
            <a:off x="20" y="1282"/>
            <a:ext cx="12191980" cy="6856718"/>
          </a:xfrm>
          <a:prstGeom prst="rect">
            <a:avLst/>
          </a:prstGeom>
        </p:spPr>
      </p:pic>
    </p:spTree>
    <p:extLst>
      <p:ext uri="{BB962C8B-B14F-4D97-AF65-F5344CB8AC3E}">
        <p14:creationId xmlns:p14="http://schemas.microsoft.com/office/powerpoint/2010/main" val="25309254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8AF295-4FC7-60C0-82DA-730B6E1463AF}"/>
              </a:ext>
            </a:extLst>
          </p:cNvPr>
          <p:cNvSpPr/>
          <p:nvPr/>
        </p:nvSpPr>
        <p:spPr>
          <a:xfrm>
            <a:off x="789291" y="2136338"/>
            <a:ext cx="10613418" cy="2585323"/>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Those with imposter syndrome</a:t>
            </a:r>
          </a:p>
          <a:p>
            <a:pPr algn="ctr"/>
            <a:r>
              <a:rPr lang="en-US" sz="5400">
                <a:ln w="0"/>
                <a:solidFill>
                  <a:schemeClr val="accent1"/>
                </a:solidFill>
                <a:effectLst>
                  <a:outerShdw blurRad="38100" dist="25400" dir="5400000" algn="ctr" rotWithShape="0">
                    <a:srgbClr val="6E747A">
                      <a:alpha val="43000"/>
                    </a:srgbClr>
                  </a:outerShdw>
                </a:effectLst>
              </a:rPr>
              <a:t>Every can see they know their stuff</a:t>
            </a:r>
          </a:p>
          <a:p>
            <a:pPr algn="ctr"/>
            <a:r>
              <a:rPr lang="en-US" sz="5400" b="0" cap="none" spc="0">
                <a:ln w="0"/>
                <a:solidFill>
                  <a:schemeClr val="accent1"/>
                </a:solidFill>
                <a:effectLst>
                  <a:outerShdw blurRad="38100" dist="25400" dir="5400000" algn="ctr" rotWithShape="0">
                    <a:srgbClr val="6E747A">
                      <a:alpha val="43000"/>
                    </a:srgbClr>
                  </a:outerShdw>
                </a:effectLst>
              </a:rPr>
              <a:t>They </a:t>
            </a:r>
            <a:r>
              <a:rPr lang="en-US" sz="5400">
                <a:ln w="0"/>
                <a:solidFill>
                  <a:schemeClr val="accent1"/>
                </a:solidFill>
                <a:effectLst>
                  <a:outerShdw blurRad="38100" dist="25400" dir="5400000" algn="ctr" rotWithShape="0">
                    <a:srgbClr val="6E747A">
                      <a:alpha val="43000"/>
                    </a:srgbClr>
                  </a:outerShdw>
                </a:effectLst>
              </a:rPr>
              <a:t>will deny it…..</a:t>
            </a:r>
            <a:endParaRPr lang="en-US" sz="5400" b="0" cap="none" spc="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57821060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C4A2CF-98E2-EAAF-1BCF-D5903C4BAC1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4995733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D286C-62C9-7964-72ED-D922E8757CF2}"/>
            </a:ext>
          </a:extLst>
        </p:cNvPr>
        <p:cNvGrpSpPr/>
        <p:nvPr/>
      </p:nvGrpSpPr>
      <p:grpSpPr>
        <a:xfrm>
          <a:off x="0" y="0"/>
          <a:ext cx="0" cy="0"/>
          <a:chOff x="0" y="0"/>
          <a:chExt cx="0" cy="0"/>
        </a:xfrm>
      </p:grpSpPr>
      <p:sp>
        <p:nvSpPr>
          <p:cNvPr id="1041" name="Freeform: Shape 1040">
            <a:extLst>
              <a:ext uri="{FF2B5EF4-FFF2-40B4-BE49-F238E27FC236}">
                <a16:creationId xmlns:a16="http://schemas.microsoft.com/office/drawing/2014/main" id="{1A95C47A-5955-3C96-4B2C-82B601379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7285" y="0"/>
            <a:ext cx="4134715" cy="3346705"/>
          </a:xfrm>
          <a:custGeom>
            <a:avLst/>
            <a:gdLst>
              <a:gd name="connsiteX0" fmla="*/ 1549963 w 4134715"/>
              <a:gd name="connsiteY0" fmla="*/ 0 h 3346705"/>
              <a:gd name="connsiteX1" fmla="*/ 4134715 w 4134715"/>
              <a:gd name="connsiteY1" fmla="*/ 0 h 3346705"/>
              <a:gd name="connsiteX2" fmla="*/ 4134715 w 4134715"/>
              <a:gd name="connsiteY2" fmla="*/ 3346705 h 3346705"/>
              <a:gd name="connsiteX3" fmla="*/ 0 w 4134715"/>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134715" h="3346705">
                <a:moveTo>
                  <a:pt x="1549963" y="0"/>
                </a:moveTo>
                <a:lnTo>
                  <a:pt x="4134715" y="0"/>
                </a:lnTo>
                <a:lnTo>
                  <a:pt x="4134715"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9C6C4B22-6C9A-D7AC-69C8-CDB5FE0CB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8109" y="0"/>
            <a:ext cx="4903560" cy="3346705"/>
          </a:xfrm>
          <a:custGeom>
            <a:avLst/>
            <a:gdLst>
              <a:gd name="connsiteX0" fmla="*/ 1549963 w 4903560"/>
              <a:gd name="connsiteY0" fmla="*/ 0 h 3346705"/>
              <a:gd name="connsiteX1" fmla="*/ 4903560 w 4903560"/>
              <a:gd name="connsiteY1" fmla="*/ 0 h 3346705"/>
              <a:gd name="connsiteX2" fmla="*/ 3353597 w 4903560"/>
              <a:gd name="connsiteY2" fmla="*/ 3346705 h 3346705"/>
              <a:gd name="connsiteX3" fmla="*/ 0 w 4903560"/>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0" h="3346705">
                <a:moveTo>
                  <a:pt x="1549963" y="0"/>
                </a:moveTo>
                <a:lnTo>
                  <a:pt x="4903560" y="0"/>
                </a:lnTo>
                <a:lnTo>
                  <a:pt x="335359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5" name="Freeform: Shape 1044">
            <a:extLst>
              <a:ext uri="{FF2B5EF4-FFF2-40B4-BE49-F238E27FC236}">
                <a16:creationId xmlns:a16="http://schemas.microsoft.com/office/drawing/2014/main" id="{7A3E3F82-A1D9-3740-2A8B-31508318A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882411" cy="3346705"/>
          </a:xfrm>
          <a:custGeom>
            <a:avLst/>
            <a:gdLst>
              <a:gd name="connsiteX0" fmla="*/ 0 w 5882411"/>
              <a:gd name="connsiteY0" fmla="*/ 0 h 3346705"/>
              <a:gd name="connsiteX1" fmla="*/ 5882411 w 5882411"/>
              <a:gd name="connsiteY1" fmla="*/ 0 h 3346705"/>
              <a:gd name="connsiteX2" fmla="*/ 4332447 w 5882411"/>
              <a:gd name="connsiteY2" fmla="*/ 3346705 h 3346705"/>
              <a:gd name="connsiteX3" fmla="*/ 0 w 588241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882411" h="3346705">
                <a:moveTo>
                  <a:pt x="0" y="0"/>
                </a:moveTo>
                <a:lnTo>
                  <a:pt x="5882411" y="0"/>
                </a:lnTo>
                <a:lnTo>
                  <a:pt x="433244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a:extLst>
              <a:ext uri="{FF2B5EF4-FFF2-40B4-BE49-F238E27FC236}">
                <a16:creationId xmlns:a16="http://schemas.microsoft.com/office/drawing/2014/main" id="{7B929DB6-A082-AF54-A6EE-DA5C2406F64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1468602" y="523440"/>
            <a:ext cx="1992387" cy="24827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helle Obama - Wikipedia">
            <a:extLst>
              <a:ext uri="{FF2B5EF4-FFF2-40B4-BE49-F238E27FC236}">
                <a16:creationId xmlns:a16="http://schemas.microsoft.com/office/drawing/2014/main" id="{96B0BF83-9CA8-22D4-CBC8-210A64E5F6E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6083181" y="657411"/>
            <a:ext cx="1561922" cy="234875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mma Watson - Wikipedia">
            <a:extLst>
              <a:ext uri="{FF2B5EF4-FFF2-40B4-BE49-F238E27FC236}">
                <a16:creationId xmlns:a16="http://schemas.microsoft.com/office/drawing/2014/main" id="{977B47FB-0BD4-EC9C-0830-362972F3E10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9713477" y="657411"/>
            <a:ext cx="1749822" cy="2348755"/>
          </a:xfrm>
          <a:prstGeom prst="rect">
            <a:avLst/>
          </a:prstGeom>
          <a:noFill/>
          <a:extLst>
            <a:ext uri="{909E8E84-426E-40DD-AFC4-6F175D3DCCD1}">
              <a14:hiddenFill xmlns:a14="http://schemas.microsoft.com/office/drawing/2010/main">
                <a:solidFill>
                  <a:srgbClr val="FFFFFF"/>
                </a:solidFill>
              </a14:hiddenFill>
            </a:ext>
          </a:extLst>
        </p:spPr>
      </p:pic>
      <p:sp>
        <p:nvSpPr>
          <p:cNvPr id="1047" name="Freeform: Shape 1046">
            <a:extLst>
              <a:ext uri="{FF2B5EF4-FFF2-40B4-BE49-F238E27FC236}">
                <a16:creationId xmlns:a16="http://schemas.microsoft.com/office/drawing/2014/main" id="{012C3B59-AD93-51A7-CDE9-54513AED5F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094" y="3511295"/>
            <a:ext cx="5760906" cy="3346705"/>
          </a:xfrm>
          <a:custGeom>
            <a:avLst/>
            <a:gdLst>
              <a:gd name="connsiteX0" fmla="*/ 1549964 w 5760906"/>
              <a:gd name="connsiteY0" fmla="*/ 0 h 3346705"/>
              <a:gd name="connsiteX1" fmla="*/ 5760906 w 5760906"/>
              <a:gd name="connsiteY1" fmla="*/ 0 h 3346705"/>
              <a:gd name="connsiteX2" fmla="*/ 5760906 w 5760906"/>
              <a:gd name="connsiteY2" fmla="*/ 3346705 h 3346705"/>
              <a:gd name="connsiteX3" fmla="*/ 0 w 5760906"/>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760906" h="3346705">
                <a:moveTo>
                  <a:pt x="1549964" y="0"/>
                </a:moveTo>
                <a:lnTo>
                  <a:pt x="5760906" y="0"/>
                </a:lnTo>
                <a:lnTo>
                  <a:pt x="5760906"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9" name="Freeform: Shape 1048">
            <a:extLst>
              <a:ext uri="{FF2B5EF4-FFF2-40B4-BE49-F238E27FC236}">
                <a16:creationId xmlns:a16="http://schemas.microsoft.com/office/drawing/2014/main" id="{CD92494D-F84D-A0BA-C004-49397D4BE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1917" y="3511295"/>
            <a:ext cx="4903562" cy="3346705"/>
          </a:xfrm>
          <a:custGeom>
            <a:avLst/>
            <a:gdLst>
              <a:gd name="connsiteX0" fmla="*/ 1549965 w 4903562"/>
              <a:gd name="connsiteY0" fmla="*/ 0 h 3346705"/>
              <a:gd name="connsiteX1" fmla="*/ 4903562 w 4903562"/>
              <a:gd name="connsiteY1" fmla="*/ 0 h 3346705"/>
              <a:gd name="connsiteX2" fmla="*/ 3353599 w 4903562"/>
              <a:gd name="connsiteY2" fmla="*/ 3346705 h 3346705"/>
              <a:gd name="connsiteX3" fmla="*/ 0 w 4903562"/>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2" h="3346705">
                <a:moveTo>
                  <a:pt x="1549965" y="0"/>
                </a:moveTo>
                <a:lnTo>
                  <a:pt x="4903562" y="0"/>
                </a:lnTo>
                <a:lnTo>
                  <a:pt x="3353599"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1" name="Freeform: Shape 1050">
            <a:extLst>
              <a:ext uri="{FF2B5EF4-FFF2-40B4-BE49-F238E27FC236}">
                <a16:creationId xmlns:a16="http://schemas.microsoft.com/office/drawing/2014/main" id="{161B083F-628F-607B-09DF-48B6D69DF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1295"/>
            <a:ext cx="4256221" cy="3346705"/>
          </a:xfrm>
          <a:custGeom>
            <a:avLst/>
            <a:gdLst>
              <a:gd name="connsiteX0" fmla="*/ 0 w 4256221"/>
              <a:gd name="connsiteY0" fmla="*/ 0 h 3346705"/>
              <a:gd name="connsiteX1" fmla="*/ 4256221 w 4256221"/>
              <a:gd name="connsiteY1" fmla="*/ 0 h 3346705"/>
              <a:gd name="connsiteX2" fmla="*/ 2706257 w 4256221"/>
              <a:gd name="connsiteY2" fmla="*/ 3346705 h 3346705"/>
              <a:gd name="connsiteX3" fmla="*/ 0 w 425622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256221" h="3346705">
                <a:moveTo>
                  <a:pt x="0" y="0"/>
                </a:moveTo>
                <a:lnTo>
                  <a:pt x="4256221" y="0"/>
                </a:lnTo>
                <a:lnTo>
                  <a:pt x="270625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34" name="Picture 10" descr="Natalie Portman - Wikipedia">
            <a:extLst>
              <a:ext uri="{FF2B5EF4-FFF2-40B4-BE49-F238E27FC236}">
                <a16:creationId xmlns:a16="http://schemas.microsoft.com/office/drawing/2014/main" id="{40C78BD1-553F-2517-8D2C-9C4CB6D53118}"/>
              </a:ext>
            </a:extLst>
          </p:cNvPr>
          <p:cNvPicPr>
            <a:picLocks noChangeAspect="1" noChangeArrowheads="1"/>
          </p:cNvPicPr>
          <p:nvPr/>
        </p:nvPicPr>
        <p:blipFill>
          <a:blip r:embed="rId6" cstate="email">
            <a:extLst>
              <a:ext uri="{28A0092B-C50C-407E-A947-70E740481C1C}">
                <a14:useLocalDpi xmlns:a14="http://schemas.microsoft.com/office/drawing/2010/main"/>
              </a:ext>
            </a:extLst>
          </a:blip>
          <a:stretch>
            <a:fillRect/>
          </a:stretch>
        </p:blipFill>
        <p:spPr bwMode="auto">
          <a:xfrm>
            <a:off x="976393" y="3971864"/>
            <a:ext cx="1516309" cy="2120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avid Tennant - Wikipedia">
            <a:extLst>
              <a:ext uri="{FF2B5EF4-FFF2-40B4-BE49-F238E27FC236}">
                <a16:creationId xmlns:a16="http://schemas.microsoft.com/office/drawing/2014/main" id="{ABD5A970-4B98-A37D-B194-6F35307796B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tretch>
            <a:fillRect/>
          </a:stretch>
        </p:blipFill>
        <p:spPr bwMode="auto">
          <a:xfrm>
            <a:off x="4695134" y="3971863"/>
            <a:ext cx="1415575" cy="21207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5D214C0-40B1-8B4B-FA17-22F50CA8273E}"/>
              </a:ext>
            </a:extLst>
          </p:cNvPr>
          <p:cNvPicPr>
            <a:picLocks noChangeAspect="1" noChangeArrowheads="1"/>
          </p:cNvPicPr>
          <p:nvPr/>
        </p:nvPicPr>
        <p:blipFill>
          <a:blip r:embed="rId8" cstate="email">
            <a:extLst>
              <a:ext uri="{28A0092B-C50C-407E-A947-70E740481C1C}">
                <a14:useLocalDpi xmlns:a14="http://schemas.microsoft.com/office/drawing/2010/main"/>
              </a:ext>
            </a:extLst>
          </a:blip>
          <a:stretch>
            <a:fillRect/>
          </a:stretch>
        </p:blipFill>
        <p:spPr bwMode="auto">
          <a:xfrm>
            <a:off x="8815517" y="3971864"/>
            <a:ext cx="2161087" cy="2290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37418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69E3C3F4-F295-91D1-1AD5-FBAA74722923}"/>
              </a:ext>
            </a:extLst>
          </p:cNvPr>
          <p:cNvPicPr>
            <a:picLocks noChangeAspect="1"/>
          </p:cNvPicPr>
          <p:nvPr/>
        </p:nvPicPr>
        <p:blipFill>
          <a:blip r:embed="rId2" cstate="email">
            <a:extLst>
              <a:ext uri="{28A0092B-C50C-407E-A947-70E740481C1C}">
                <a14:useLocalDpi xmlns:a14="http://schemas.microsoft.com/office/drawing/2010/main"/>
              </a:ext>
            </a:extLst>
          </a:blip>
          <a:srcRect t="15429"/>
          <a:stretch>
            <a:fillRect/>
          </a:stretch>
        </p:blipFill>
        <p:spPr>
          <a:xfrm>
            <a:off x="20" y="1282"/>
            <a:ext cx="12191980" cy="6856718"/>
          </a:xfrm>
          <a:prstGeom prst="rect">
            <a:avLst/>
          </a:prstGeom>
        </p:spPr>
      </p:pic>
    </p:spTree>
    <p:extLst>
      <p:ext uri="{BB962C8B-B14F-4D97-AF65-F5344CB8AC3E}">
        <p14:creationId xmlns:p14="http://schemas.microsoft.com/office/powerpoint/2010/main" val="129881644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ctionary page with words&#10;&#10;Description automatically generated">
            <a:extLst>
              <a:ext uri="{FF2B5EF4-FFF2-40B4-BE49-F238E27FC236}">
                <a16:creationId xmlns:a16="http://schemas.microsoft.com/office/drawing/2014/main" id="{4E25233C-5212-50D1-6604-178AEE4482B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3" name="Graphic 2" descr="Badge 1 with solid fill">
            <a:extLst>
              <a:ext uri="{FF2B5EF4-FFF2-40B4-BE49-F238E27FC236}">
                <a16:creationId xmlns:a16="http://schemas.microsoft.com/office/drawing/2014/main" id="{4465D3C6-8A74-2840-1B17-170D2411C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2515513"/>
            <a:ext cx="1826973" cy="1826973"/>
          </a:xfrm>
          <a:prstGeom prst="rect">
            <a:avLst/>
          </a:prstGeom>
        </p:spPr>
      </p:pic>
    </p:spTree>
    <p:extLst>
      <p:ext uri="{BB962C8B-B14F-4D97-AF65-F5344CB8AC3E}">
        <p14:creationId xmlns:p14="http://schemas.microsoft.com/office/powerpoint/2010/main" val="21319122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Freeform: Shape 1040">
            <a:extLst>
              <a:ext uri="{FF2B5EF4-FFF2-40B4-BE49-F238E27FC236}">
                <a16:creationId xmlns:a16="http://schemas.microsoft.com/office/drawing/2014/main" id="{296BB291-4ABC-48EB-A20E-B11F249FD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7285" y="0"/>
            <a:ext cx="4134715" cy="3346705"/>
          </a:xfrm>
          <a:custGeom>
            <a:avLst/>
            <a:gdLst>
              <a:gd name="connsiteX0" fmla="*/ 1549963 w 4134715"/>
              <a:gd name="connsiteY0" fmla="*/ 0 h 3346705"/>
              <a:gd name="connsiteX1" fmla="*/ 4134715 w 4134715"/>
              <a:gd name="connsiteY1" fmla="*/ 0 h 3346705"/>
              <a:gd name="connsiteX2" fmla="*/ 4134715 w 4134715"/>
              <a:gd name="connsiteY2" fmla="*/ 3346705 h 3346705"/>
              <a:gd name="connsiteX3" fmla="*/ 0 w 4134715"/>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134715" h="3346705">
                <a:moveTo>
                  <a:pt x="1549963" y="0"/>
                </a:moveTo>
                <a:lnTo>
                  <a:pt x="4134715" y="0"/>
                </a:lnTo>
                <a:lnTo>
                  <a:pt x="4134715"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EF68680D-88C3-4223-8FF9-B7CEA07C1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8109" y="0"/>
            <a:ext cx="4903560" cy="3346705"/>
          </a:xfrm>
          <a:custGeom>
            <a:avLst/>
            <a:gdLst>
              <a:gd name="connsiteX0" fmla="*/ 1549963 w 4903560"/>
              <a:gd name="connsiteY0" fmla="*/ 0 h 3346705"/>
              <a:gd name="connsiteX1" fmla="*/ 4903560 w 4903560"/>
              <a:gd name="connsiteY1" fmla="*/ 0 h 3346705"/>
              <a:gd name="connsiteX2" fmla="*/ 3353597 w 4903560"/>
              <a:gd name="connsiteY2" fmla="*/ 3346705 h 3346705"/>
              <a:gd name="connsiteX3" fmla="*/ 0 w 4903560"/>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0" h="3346705">
                <a:moveTo>
                  <a:pt x="1549963" y="0"/>
                </a:moveTo>
                <a:lnTo>
                  <a:pt x="4903560" y="0"/>
                </a:lnTo>
                <a:lnTo>
                  <a:pt x="335359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5" name="Freeform: Shape 1044">
            <a:extLst>
              <a:ext uri="{FF2B5EF4-FFF2-40B4-BE49-F238E27FC236}">
                <a16:creationId xmlns:a16="http://schemas.microsoft.com/office/drawing/2014/main" id="{1E45451A-56A1-4D57-8530-06665AB96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882411" cy="3346705"/>
          </a:xfrm>
          <a:custGeom>
            <a:avLst/>
            <a:gdLst>
              <a:gd name="connsiteX0" fmla="*/ 0 w 5882411"/>
              <a:gd name="connsiteY0" fmla="*/ 0 h 3346705"/>
              <a:gd name="connsiteX1" fmla="*/ 5882411 w 5882411"/>
              <a:gd name="connsiteY1" fmla="*/ 0 h 3346705"/>
              <a:gd name="connsiteX2" fmla="*/ 4332447 w 5882411"/>
              <a:gd name="connsiteY2" fmla="*/ 3346705 h 3346705"/>
              <a:gd name="connsiteX3" fmla="*/ 0 w 588241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882411" h="3346705">
                <a:moveTo>
                  <a:pt x="0" y="0"/>
                </a:moveTo>
                <a:lnTo>
                  <a:pt x="5882411" y="0"/>
                </a:lnTo>
                <a:lnTo>
                  <a:pt x="433244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a:extLst>
              <a:ext uri="{FF2B5EF4-FFF2-40B4-BE49-F238E27FC236}">
                <a16:creationId xmlns:a16="http://schemas.microsoft.com/office/drawing/2014/main" id="{A2BDC3A0-FA93-4B06-C5AD-6E1D99A46C19}"/>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1468602" y="523440"/>
            <a:ext cx="1992387" cy="24827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helle Obama - Wikipedia">
            <a:extLst>
              <a:ext uri="{FF2B5EF4-FFF2-40B4-BE49-F238E27FC236}">
                <a16:creationId xmlns:a16="http://schemas.microsoft.com/office/drawing/2014/main" id="{89913108-49D7-D23F-9D8C-DC3D960D27E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6083181" y="657411"/>
            <a:ext cx="1561922" cy="234875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mma Watson - Wikipedia">
            <a:extLst>
              <a:ext uri="{FF2B5EF4-FFF2-40B4-BE49-F238E27FC236}">
                <a16:creationId xmlns:a16="http://schemas.microsoft.com/office/drawing/2014/main" id="{238570DB-C5F0-0C25-3152-0D9DD3D58C6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9713477" y="657411"/>
            <a:ext cx="1749822" cy="2348755"/>
          </a:xfrm>
          <a:prstGeom prst="rect">
            <a:avLst/>
          </a:prstGeom>
          <a:noFill/>
          <a:extLst>
            <a:ext uri="{909E8E84-426E-40DD-AFC4-6F175D3DCCD1}">
              <a14:hiddenFill xmlns:a14="http://schemas.microsoft.com/office/drawing/2010/main">
                <a:solidFill>
                  <a:srgbClr val="FFFFFF"/>
                </a:solidFill>
              </a14:hiddenFill>
            </a:ext>
          </a:extLst>
        </p:spPr>
      </p:pic>
      <p:sp>
        <p:nvSpPr>
          <p:cNvPr id="1047" name="Freeform: Shape 1046">
            <a:extLst>
              <a:ext uri="{FF2B5EF4-FFF2-40B4-BE49-F238E27FC236}">
                <a16:creationId xmlns:a16="http://schemas.microsoft.com/office/drawing/2014/main" id="{558BA547-98A0-4003-8D14-BEC8A1257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094" y="3511295"/>
            <a:ext cx="5760906" cy="3346705"/>
          </a:xfrm>
          <a:custGeom>
            <a:avLst/>
            <a:gdLst>
              <a:gd name="connsiteX0" fmla="*/ 1549964 w 5760906"/>
              <a:gd name="connsiteY0" fmla="*/ 0 h 3346705"/>
              <a:gd name="connsiteX1" fmla="*/ 5760906 w 5760906"/>
              <a:gd name="connsiteY1" fmla="*/ 0 h 3346705"/>
              <a:gd name="connsiteX2" fmla="*/ 5760906 w 5760906"/>
              <a:gd name="connsiteY2" fmla="*/ 3346705 h 3346705"/>
              <a:gd name="connsiteX3" fmla="*/ 0 w 5760906"/>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5760906" h="3346705">
                <a:moveTo>
                  <a:pt x="1549964" y="0"/>
                </a:moveTo>
                <a:lnTo>
                  <a:pt x="5760906" y="0"/>
                </a:lnTo>
                <a:lnTo>
                  <a:pt x="5760906"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9" name="Freeform: Shape 1048">
            <a:extLst>
              <a:ext uri="{FF2B5EF4-FFF2-40B4-BE49-F238E27FC236}">
                <a16:creationId xmlns:a16="http://schemas.microsoft.com/office/drawing/2014/main" id="{7C498D76-5C8E-4439-9D70-BA9F56197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1917" y="3511295"/>
            <a:ext cx="4903562" cy="3346705"/>
          </a:xfrm>
          <a:custGeom>
            <a:avLst/>
            <a:gdLst>
              <a:gd name="connsiteX0" fmla="*/ 1549965 w 4903562"/>
              <a:gd name="connsiteY0" fmla="*/ 0 h 3346705"/>
              <a:gd name="connsiteX1" fmla="*/ 4903562 w 4903562"/>
              <a:gd name="connsiteY1" fmla="*/ 0 h 3346705"/>
              <a:gd name="connsiteX2" fmla="*/ 3353599 w 4903562"/>
              <a:gd name="connsiteY2" fmla="*/ 3346705 h 3346705"/>
              <a:gd name="connsiteX3" fmla="*/ 0 w 4903562"/>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903562" h="3346705">
                <a:moveTo>
                  <a:pt x="1549965" y="0"/>
                </a:moveTo>
                <a:lnTo>
                  <a:pt x="4903562" y="0"/>
                </a:lnTo>
                <a:lnTo>
                  <a:pt x="3353599"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1" name="Freeform: Shape 1050">
            <a:extLst>
              <a:ext uri="{FF2B5EF4-FFF2-40B4-BE49-F238E27FC236}">
                <a16:creationId xmlns:a16="http://schemas.microsoft.com/office/drawing/2014/main" id="{F95AC789-3AB1-41E7-BF4E-6861EF948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1295"/>
            <a:ext cx="4256221" cy="3346705"/>
          </a:xfrm>
          <a:custGeom>
            <a:avLst/>
            <a:gdLst>
              <a:gd name="connsiteX0" fmla="*/ 0 w 4256221"/>
              <a:gd name="connsiteY0" fmla="*/ 0 h 3346705"/>
              <a:gd name="connsiteX1" fmla="*/ 4256221 w 4256221"/>
              <a:gd name="connsiteY1" fmla="*/ 0 h 3346705"/>
              <a:gd name="connsiteX2" fmla="*/ 2706257 w 4256221"/>
              <a:gd name="connsiteY2" fmla="*/ 3346705 h 3346705"/>
              <a:gd name="connsiteX3" fmla="*/ 0 w 4256221"/>
              <a:gd name="connsiteY3" fmla="*/ 3346705 h 3346705"/>
            </a:gdLst>
            <a:ahLst/>
            <a:cxnLst>
              <a:cxn ang="0">
                <a:pos x="connsiteX0" y="connsiteY0"/>
              </a:cxn>
              <a:cxn ang="0">
                <a:pos x="connsiteX1" y="connsiteY1"/>
              </a:cxn>
              <a:cxn ang="0">
                <a:pos x="connsiteX2" y="connsiteY2"/>
              </a:cxn>
              <a:cxn ang="0">
                <a:pos x="connsiteX3" y="connsiteY3"/>
              </a:cxn>
            </a:cxnLst>
            <a:rect l="l" t="t" r="r" b="b"/>
            <a:pathLst>
              <a:path w="4256221" h="3346705">
                <a:moveTo>
                  <a:pt x="0" y="0"/>
                </a:moveTo>
                <a:lnTo>
                  <a:pt x="4256221" y="0"/>
                </a:lnTo>
                <a:lnTo>
                  <a:pt x="2706257" y="3346705"/>
                </a:lnTo>
                <a:lnTo>
                  <a:pt x="0" y="334670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34" name="Picture 10" descr="Natalie Portman - Wikipedia">
            <a:extLst>
              <a:ext uri="{FF2B5EF4-FFF2-40B4-BE49-F238E27FC236}">
                <a16:creationId xmlns:a16="http://schemas.microsoft.com/office/drawing/2014/main" id="{96488490-96AF-5C9A-7A05-4F81ED563AF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976393" y="3971864"/>
            <a:ext cx="1516309" cy="2120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avid Tennant - Wikipedia">
            <a:extLst>
              <a:ext uri="{FF2B5EF4-FFF2-40B4-BE49-F238E27FC236}">
                <a16:creationId xmlns:a16="http://schemas.microsoft.com/office/drawing/2014/main" id="{DAB63AFE-5C9F-3E57-897B-4C7A62A5EE9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tretch>
            <a:fillRect/>
          </a:stretch>
        </p:blipFill>
        <p:spPr bwMode="auto">
          <a:xfrm>
            <a:off x="4695134" y="3971863"/>
            <a:ext cx="1415575" cy="21207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83B43B6-8682-B1A5-C31C-3450E617D0F4}"/>
              </a:ext>
            </a:extLst>
          </p:cNvPr>
          <p:cNvPicPr>
            <a:picLocks noChangeAspect="1" noChangeArrowheads="1"/>
          </p:cNvPicPr>
          <p:nvPr/>
        </p:nvPicPr>
        <p:blipFill>
          <a:blip r:embed="rId7" cstate="email">
            <a:extLst>
              <a:ext uri="{28A0092B-C50C-407E-A947-70E740481C1C}">
                <a14:useLocalDpi xmlns:a14="http://schemas.microsoft.com/office/drawing/2010/main"/>
              </a:ext>
            </a:extLst>
          </a:blip>
          <a:stretch>
            <a:fillRect/>
          </a:stretch>
        </p:blipFill>
        <p:spPr bwMode="auto">
          <a:xfrm>
            <a:off x="8815517" y="3971864"/>
            <a:ext cx="2161087" cy="2290236"/>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Badge with solid fill">
            <a:extLst>
              <a:ext uri="{FF2B5EF4-FFF2-40B4-BE49-F238E27FC236}">
                <a16:creationId xmlns:a16="http://schemas.microsoft.com/office/drawing/2014/main" id="{CA3DE82D-612C-88E4-AF19-3EBD0833DF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29" y="5797069"/>
            <a:ext cx="1064362" cy="1064362"/>
          </a:xfrm>
          <a:prstGeom prst="rect">
            <a:avLst/>
          </a:prstGeom>
        </p:spPr>
      </p:pic>
    </p:spTree>
    <p:extLst>
      <p:ext uri="{BB962C8B-B14F-4D97-AF65-F5344CB8AC3E}">
        <p14:creationId xmlns:p14="http://schemas.microsoft.com/office/powerpoint/2010/main" val="124808647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standing in a muddy puddle&#10;&#10;Description automatically generated">
            <a:extLst>
              <a:ext uri="{FF2B5EF4-FFF2-40B4-BE49-F238E27FC236}">
                <a16:creationId xmlns:a16="http://schemas.microsoft.com/office/drawing/2014/main" id="{923860DB-C991-6B7D-CBCF-344899572A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3 with solid fill">
            <a:extLst>
              <a:ext uri="{FF2B5EF4-FFF2-40B4-BE49-F238E27FC236}">
                <a16:creationId xmlns:a16="http://schemas.microsoft.com/office/drawing/2014/main" id="{53164C19-9421-C9A1-AA61-C42C3911B1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 y="5493715"/>
            <a:ext cx="1363003" cy="1363003"/>
          </a:xfrm>
          <a:prstGeom prst="rect">
            <a:avLst/>
          </a:prstGeom>
        </p:spPr>
      </p:pic>
    </p:spTree>
    <p:extLst>
      <p:ext uri="{BB962C8B-B14F-4D97-AF65-F5344CB8AC3E}">
        <p14:creationId xmlns:p14="http://schemas.microsoft.com/office/powerpoint/2010/main" val="257851503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air of hands wearing boxing gloves&#10;&#10;Description automatically generated">
            <a:extLst>
              <a:ext uri="{FF2B5EF4-FFF2-40B4-BE49-F238E27FC236}">
                <a16:creationId xmlns:a16="http://schemas.microsoft.com/office/drawing/2014/main" id="{BB857C1D-9AD2-77F4-5AE0-547F7204912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7" name="Graphic 6" descr="Badge 4 with solid fill">
            <a:extLst>
              <a:ext uri="{FF2B5EF4-FFF2-40B4-BE49-F238E27FC236}">
                <a16:creationId xmlns:a16="http://schemas.microsoft.com/office/drawing/2014/main" id="{DB695307-6162-C669-ABBD-D3A367D665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5362042"/>
            <a:ext cx="1494676" cy="1494676"/>
          </a:xfrm>
          <a:prstGeom prst="rect">
            <a:avLst/>
          </a:prstGeom>
        </p:spPr>
      </p:pic>
    </p:spTree>
    <p:extLst>
      <p:ext uri="{BB962C8B-B14F-4D97-AF65-F5344CB8AC3E}">
        <p14:creationId xmlns:p14="http://schemas.microsoft.com/office/powerpoint/2010/main" val="23048447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wo blank speech balloons">
            <a:extLst>
              <a:ext uri="{FF2B5EF4-FFF2-40B4-BE49-F238E27FC236}">
                <a16:creationId xmlns:a16="http://schemas.microsoft.com/office/drawing/2014/main" id="{4C3EBF54-799E-2962-3D59-4726EB8CC9C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1 with solid fill">
            <a:extLst>
              <a:ext uri="{FF2B5EF4-FFF2-40B4-BE49-F238E27FC236}">
                <a16:creationId xmlns:a16="http://schemas.microsoft.com/office/drawing/2014/main" id="{D76FE5F7-61F9-0E96-E877-7FA6363ECF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81024" y="5942744"/>
            <a:ext cx="914400" cy="914400"/>
          </a:xfrm>
          <a:prstGeom prst="rect">
            <a:avLst/>
          </a:prstGeom>
        </p:spPr>
      </p:pic>
    </p:spTree>
    <p:extLst>
      <p:ext uri="{BB962C8B-B14F-4D97-AF65-F5344CB8AC3E}">
        <p14:creationId xmlns:p14="http://schemas.microsoft.com/office/powerpoint/2010/main" val="348996689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red leaf&#10;&#10;Description automatically generated">
            <a:extLst>
              <a:ext uri="{FF2B5EF4-FFF2-40B4-BE49-F238E27FC236}">
                <a16:creationId xmlns:a16="http://schemas.microsoft.com/office/drawing/2014/main" id="{9EF871E3-B7CD-7538-3182-6435F308981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with solid fill">
            <a:extLst>
              <a:ext uri="{FF2B5EF4-FFF2-40B4-BE49-F238E27FC236}">
                <a16:creationId xmlns:a16="http://schemas.microsoft.com/office/drawing/2014/main" id="{B19A97CF-5F8B-A2C3-2A80-29284E91DA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89587" y="5942744"/>
            <a:ext cx="914400" cy="914400"/>
          </a:xfrm>
          <a:prstGeom prst="rect">
            <a:avLst/>
          </a:prstGeom>
        </p:spPr>
      </p:pic>
    </p:spTree>
    <p:extLst>
      <p:ext uri="{BB962C8B-B14F-4D97-AF65-F5344CB8AC3E}">
        <p14:creationId xmlns:p14="http://schemas.microsoft.com/office/powerpoint/2010/main" val="39814197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helf full of books&#10;&#10;Description automatically generated">
            <a:extLst>
              <a:ext uri="{FF2B5EF4-FFF2-40B4-BE49-F238E27FC236}">
                <a16:creationId xmlns:a16="http://schemas.microsoft.com/office/drawing/2014/main" id="{E1C17CEA-E7FE-5D3D-1920-7830BDB6923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pic>
        <p:nvPicPr>
          <p:cNvPr id="2" name="Graphic 1" descr="Badge 3 with solid fill">
            <a:extLst>
              <a:ext uri="{FF2B5EF4-FFF2-40B4-BE49-F238E27FC236}">
                <a16:creationId xmlns:a16="http://schemas.microsoft.com/office/drawing/2014/main" id="{FB309C17-BED9-058B-DD80-475C30714E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12530" y="5942744"/>
            <a:ext cx="914400" cy="914400"/>
          </a:xfrm>
          <a:prstGeom prst="rect">
            <a:avLst/>
          </a:prstGeom>
        </p:spPr>
      </p:pic>
    </p:spTree>
    <p:extLst>
      <p:ext uri="{BB962C8B-B14F-4D97-AF65-F5344CB8AC3E}">
        <p14:creationId xmlns:p14="http://schemas.microsoft.com/office/powerpoint/2010/main" val="217247913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broken plate&#10;&#10;Description automatically generated">
            <a:extLst>
              <a:ext uri="{FF2B5EF4-FFF2-40B4-BE49-F238E27FC236}">
                <a16:creationId xmlns:a16="http://schemas.microsoft.com/office/drawing/2014/main" id="{56CE4823-3863-CC0F-5CB6-5F8869C40FD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047" y="10"/>
            <a:ext cx="12191999" cy="6857990"/>
          </a:xfrm>
          <a:prstGeom prst="rect">
            <a:avLst/>
          </a:prstGeom>
        </p:spPr>
      </p:pic>
      <p:sp>
        <p:nvSpPr>
          <p:cNvPr id="4" name="TextBox 3">
            <a:extLst>
              <a:ext uri="{FF2B5EF4-FFF2-40B4-BE49-F238E27FC236}">
                <a16:creationId xmlns:a16="http://schemas.microsoft.com/office/drawing/2014/main" id="{C611A445-9EFB-0AB0-4FAE-B40F93C263C2}"/>
              </a:ext>
            </a:extLst>
          </p:cNvPr>
          <p:cNvSpPr txBox="1"/>
          <p:nvPr/>
        </p:nvSpPr>
        <p:spPr>
          <a:xfrm>
            <a:off x="1097280" y="325550"/>
            <a:ext cx="10058400" cy="3574778"/>
          </a:xfrm>
          <a:prstGeom prst="rect">
            <a:avLst/>
          </a:prstGeom>
          <a:effectLst>
            <a:outerShdw blurRad="50800" dist="38100" dir="2700000" algn="tl" rotWithShape="0">
              <a:prstClr val="black">
                <a:alpha val="40000"/>
              </a:prstClr>
            </a:outerShdw>
          </a:effectLst>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9600" b="1">
                <a:solidFill>
                  <a:srgbClr val="FFFFFF"/>
                </a:solidFill>
                <a:latin typeface="+mj-lt"/>
                <a:ea typeface="+mj-ea"/>
                <a:cs typeface="+mj-cs"/>
              </a:rPr>
              <a:t>Failure</a:t>
            </a:r>
          </a:p>
        </p:txBody>
      </p:sp>
      <p:pic>
        <p:nvPicPr>
          <p:cNvPr id="5" name="Graphic 4" descr="Badge 4 with solid fill">
            <a:extLst>
              <a:ext uri="{FF2B5EF4-FFF2-40B4-BE49-F238E27FC236}">
                <a16:creationId xmlns:a16="http://schemas.microsoft.com/office/drawing/2014/main" id="{92E25098-DE6F-21E5-39D2-55D27DC63E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15907951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confetti on a white surface&#10;&#10;Description automatically generated">
            <a:extLst>
              <a:ext uri="{FF2B5EF4-FFF2-40B4-BE49-F238E27FC236}">
                <a16:creationId xmlns:a16="http://schemas.microsoft.com/office/drawing/2014/main" id="{4BD79BD7-7478-3790-A6E1-2DCE51948C9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66520162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pile of wooden tiles with letters on them&#10;&#10;Description automatically generated">
            <a:extLst>
              <a:ext uri="{FF2B5EF4-FFF2-40B4-BE49-F238E27FC236}">
                <a16:creationId xmlns:a16="http://schemas.microsoft.com/office/drawing/2014/main" id="{8B26D618-4CCD-6063-1326-8CD7136346C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65182993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F3A7C9-05D7-F7C6-C28B-15FCFF8D1AB8}"/>
              </a:ext>
            </a:extLst>
          </p:cNvPr>
          <p:cNvSpPr/>
          <p:nvPr/>
        </p:nvSpPr>
        <p:spPr>
          <a:xfrm>
            <a:off x="736039" y="2321004"/>
            <a:ext cx="10719921" cy="2215991"/>
          </a:xfrm>
          <a:prstGeom prst="rect">
            <a:avLst/>
          </a:prstGeom>
          <a:noFill/>
        </p:spPr>
        <p:txBody>
          <a:bodyPr wrap="none" lIns="91440" tIns="45720" rIns="91440" bIns="45720">
            <a:spAutoFit/>
          </a:bodyPr>
          <a:lstStyle/>
          <a:p>
            <a:pPr algn="ctr"/>
            <a:r>
              <a:rPr lang="en-US" sz="13800" b="0" cap="none" spc="0">
                <a:ln w="0"/>
                <a:solidFill>
                  <a:schemeClr val="accent1"/>
                </a:solidFill>
                <a:effectLst>
                  <a:outerShdw blurRad="38100" dist="25400" dir="5400000" algn="ctr" rotWithShape="0">
                    <a:srgbClr val="6E747A">
                      <a:alpha val="43000"/>
                    </a:srgbClr>
                  </a:outerShdw>
                </a:effectLst>
              </a:rPr>
              <a:t>Find out more</a:t>
            </a:r>
          </a:p>
        </p:txBody>
      </p:sp>
    </p:spTree>
    <p:extLst>
      <p:ext uri="{BB962C8B-B14F-4D97-AF65-F5344CB8AC3E}">
        <p14:creationId xmlns:p14="http://schemas.microsoft.com/office/powerpoint/2010/main" val="339767046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irborne Delivery Wing badge">
            <a:extLst>
              <a:ext uri="{FF2B5EF4-FFF2-40B4-BE49-F238E27FC236}">
                <a16:creationId xmlns:a16="http://schemas.microsoft.com/office/drawing/2014/main" id="{64B0451E-FC1E-5A80-DA76-F165B629417E}"/>
              </a:ext>
            </a:extLst>
          </p:cNvPr>
          <p:cNvPicPr>
            <a:picLocks noChangeAspect="1"/>
          </p:cNvPicPr>
          <p:nvPr/>
        </p:nvPicPr>
        <p:blipFill>
          <a:blip r:embed="rId3"/>
          <a:stretch>
            <a:fillRect/>
          </a:stretch>
        </p:blipFill>
        <p:spPr>
          <a:xfrm>
            <a:off x="3608876" y="33333"/>
            <a:ext cx="4974248" cy="6824667"/>
          </a:xfrm>
          <a:prstGeom prst="rect">
            <a:avLst/>
          </a:prstGeom>
        </p:spPr>
      </p:pic>
    </p:spTree>
    <p:extLst>
      <p:ext uri="{BB962C8B-B14F-4D97-AF65-F5344CB8AC3E}">
        <p14:creationId xmlns:p14="http://schemas.microsoft.com/office/powerpoint/2010/main" val="400478736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quote on a dark background&#10;&#10;Description automatically generated">
            <a:extLst>
              <a:ext uri="{FF2B5EF4-FFF2-40B4-BE49-F238E27FC236}">
                <a16:creationId xmlns:a16="http://schemas.microsoft.com/office/drawing/2014/main" id="{6C50E243-600D-D0DA-B777-2FA1820CA3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2719566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58F3D953-6C9A-0028-17D4-940B7F27E8A8}"/>
              </a:ext>
            </a:extLst>
          </p:cNvPr>
          <p:cNvPicPr>
            <a:picLocks noChangeAspect="1"/>
          </p:cNvPicPr>
          <p:nvPr/>
        </p:nvPicPr>
        <p:blipFill>
          <a:blip r:embed="rId3" cstate="email">
            <a:extLst>
              <a:ext uri="{28A0092B-C50C-407E-A947-70E740481C1C}">
                <a14:useLocalDpi xmlns:a14="http://schemas.microsoft.com/office/drawing/2010/main"/>
              </a:ext>
            </a:extLst>
          </a:blip>
          <a:srcRect t="4126" b="11620"/>
          <a:stretch>
            <a:fillRect/>
          </a:stretch>
        </p:blipFill>
        <p:spPr>
          <a:xfrm>
            <a:off x="20" y="1282"/>
            <a:ext cx="12191980" cy="6856718"/>
          </a:xfrm>
          <a:prstGeom prst="rect">
            <a:avLst/>
          </a:prstGeom>
        </p:spPr>
      </p:pic>
    </p:spTree>
    <p:extLst>
      <p:ext uri="{BB962C8B-B14F-4D97-AF65-F5344CB8AC3E}">
        <p14:creationId xmlns:p14="http://schemas.microsoft.com/office/powerpoint/2010/main" val="205753454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D028FC-1D07-20B9-EF54-C649B0DC68F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346477" y="99153"/>
            <a:ext cx="5801196" cy="5743184"/>
          </a:xfrm>
          <a:prstGeom prst="rect">
            <a:avLst/>
          </a:prstGeom>
        </p:spPr>
      </p:pic>
      <p:sp>
        <p:nvSpPr>
          <p:cNvPr id="7" name="TextBox 6">
            <a:extLst>
              <a:ext uri="{FF2B5EF4-FFF2-40B4-BE49-F238E27FC236}">
                <a16:creationId xmlns:a16="http://schemas.microsoft.com/office/drawing/2014/main" id="{299E7753-D5DB-C711-636E-6F20DC97A2A6}"/>
              </a:ext>
            </a:extLst>
          </p:cNvPr>
          <p:cNvSpPr txBox="1"/>
          <p:nvPr/>
        </p:nvSpPr>
        <p:spPr>
          <a:xfrm>
            <a:off x="0" y="5842337"/>
            <a:ext cx="12192000" cy="1015663"/>
          </a:xfrm>
          <a:prstGeom prst="rect">
            <a:avLst/>
          </a:prstGeom>
          <a:noFill/>
        </p:spPr>
        <p:txBody>
          <a:bodyPr wrap="square">
            <a:spAutoFit/>
          </a:bodyPr>
          <a:lstStyle/>
          <a:p>
            <a:pPr algn="ctr"/>
            <a:r>
              <a:rPr lang="en-GB" sz="6000" b="1"/>
              <a:t>bit.ly/4gJ9JGu</a:t>
            </a:r>
          </a:p>
        </p:txBody>
      </p:sp>
    </p:spTree>
    <p:extLst>
      <p:ext uri="{BB962C8B-B14F-4D97-AF65-F5344CB8AC3E}">
        <p14:creationId xmlns:p14="http://schemas.microsoft.com/office/powerpoint/2010/main" val="270274081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Question mark against red wall">
            <a:extLst>
              <a:ext uri="{FF2B5EF4-FFF2-40B4-BE49-F238E27FC236}">
                <a16:creationId xmlns:a16="http://schemas.microsoft.com/office/drawing/2014/main" id="{96DA6AAB-005B-A15E-09EB-D7164BE8CF5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373254711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D469E-3CA7-FC88-22AE-C13BD6443B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40100" y="1346200"/>
            <a:ext cx="5511800" cy="5511800"/>
          </a:xfrm>
          <a:prstGeom prst="rect">
            <a:avLst/>
          </a:prstGeom>
        </p:spPr>
      </p:pic>
      <p:sp>
        <p:nvSpPr>
          <p:cNvPr id="5" name="TextBox 4">
            <a:extLst>
              <a:ext uri="{FF2B5EF4-FFF2-40B4-BE49-F238E27FC236}">
                <a16:creationId xmlns:a16="http://schemas.microsoft.com/office/drawing/2014/main" id="{C3581F26-E39F-7695-E6C4-64FF3106E8A7}"/>
              </a:ext>
            </a:extLst>
          </p:cNvPr>
          <p:cNvSpPr txBox="1"/>
          <p:nvPr/>
        </p:nvSpPr>
        <p:spPr>
          <a:xfrm>
            <a:off x="4315063" y="584200"/>
            <a:ext cx="3877536" cy="502766"/>
          </a:xfrm>
          <a:prstGeom prst="rect">
            <a:avLst/>
          </a:prstGeom>
          <a:noFill/>
        </p:spPr>
        <p:txBody>
          <a:bodyPr wrap="none" rtlCol="0">
            <a:spAutoFit/>
          </a:bodyPr>
          <a:lstStyle/>
          <a:p>
            <a:r>
              <a:rPr lang="en-GB" sz="2667" dirty="0"/>
              <a:t>Event feedback QR code:</a:t>
            </a:r>
          </a:p>
        </p:txBody>
      </p:sp>
    </p:spTree>
    <p:extLst>
      <p:ext uri="{BB962C8B-B14F-4D97-AF65-F5344CB8AC3E}">
        <p14:creationId xmlns:p14="http://schemas.microsoft.com/office/powerpoint/2010/main" val="50963723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CBF9ED3-64D4-84F2-8A6B-931B5531B6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17115259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F0447-E956-E6EA-18D5-7CF8E76EC7D1}"/>
            </a:ext>
          </a:extLst>
        </p:cNvPr>
        <p:cNvGrpSpPr/>
        <p:nvPr/>
      </p:nvGrpSpPr>
      <p:grpSpPr>
        <a:xfrm>
          <a:off x="0" y="0"/>
          <a:ext cx="0" cy="0"/>
          <a:chOff x="0" y="0"/>
          <a:chExt cx="0" cy="0"/>
        </a:xfrm>
      </p:grpSpPr>
      <p:pic>
        <p:nvPicPr>
          <p:cNvPr id="5" name="Picture 2" descr="Image result for email">
            <a:extLst>
              <a:ext uri="{FF2B5EF4-FFF2-40B4-BE49-F238E27FC236}">
                <a16:creationId xmlns:a16="http://schemas.microsoft.com/office/drawing/2014/main" id="{8540D223-2237-F94A-1592-0F450730A7A9}"/>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047748" y="2404360"/>
            <a:ext cx="771895" cy="77189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B6FDFEC-B55B-0449-5B4B-FAF0D044F4EF}"/>
              </a:ext>
            </a:extLst>
          </p:cNvPr>
          <p:cNvSpPr/>
          <p:nvPr/>
        </p:nvSpPr>
        <p:spPr>
          <a:xfrm>
            <a:off x="5189745" y="2496734"/>
            <a:ext cx="4455518" cy="584775"/>
          </a:xfrm>
          <a:prstGeom prst="rect">
            <a:avLst/>
          </a:prstGeom>
          <a:noFill/>
        </p:spPr>
        <p:txBody>
          <a:bodyPr wrap="square" lIns="91440" tIns="45720" rIns="91440" bIns="45720">
            <a:spAutoFit/>
          </a:bodyPr>
          <a:lstStyle/>
          <a:p>
            <a:pPr algn="ctr"/>
            <a:r>
              <a:rPr lang="en-US" sz="3200">
                <a:ln w="0"/>
                <a:effectLst>
                  <a:outerShdw blurRad="38100" dist="19050" dir="2700000" algn="tl" rotWithShape="0">
                    <a:schemeClr val="dk1">
                      <a:alpha val="40000"/>
                    </a:schemeClr>
                  </a:outerShdw>
                </a:effectLst>
              </a:rPr>
              <a:t>rwlp.french@gmail.com</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05036F5E-E9D7-0D38-1838-36C3AB0A94D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41517" y="3348113"/>
            <a:ext cx="1071948" cy="942575"/>
          </a:xfrm>
          <a:prstGeom prst="rect">
            <a:avLst/>
          </a:prstGeom>
        </p:spPr>
      </p:pic>
      <p:sp>
        <p:nvSpPr>
          <p:cNvPr id="9" name="Rectangle 8">
            <a:extLst>
              <a:ext uri="{FF2B5EF4-FFF2-40B4-BE49-F238E27FC236}">
                <a16:creationId xmlns:a16="http://schemas.microsoft.com/office/drawing/2014/main" id="{2C9E37F1-E5E3-2415-8EBF-1BEA99723430}"/>
              </a:ext>
            </a:extLst>
          </p:cNvPr>
          <p:cNvSpPr/>
          <p:nvPr/>
        </p:nvSpPr>
        <p:spPr>
          <a:xfrm>
            <a:off x="5360829" y="3431626"/>
            <a:ext cx="2354555" cy="584775"/>
          </a:xfrm>
          <a:prstGeom prst="rect">
            <a:avLst/>
          </a:prstGeom>
          <a:noFill/>
        </p:spPr>
        <p:txBody>
          <a:bodyPr wrap="none" lIns="91440" tIns="45720" rIns="91440" bIns="45720">
            <a:spAutoFit/>
          </a:bodyPr>
          <a:lstStyle/>
          <a:p>
            <a:pPr algn="ctr"/>
            <a:r>
              <a:rPr lang="en-US" sz="3200" b="0" cap="none" spc="0">
                <a:ln w="0"/>
                <a:solidFill>
                  <a:schemeClr val="tx1"/>
                </a:solidFill>
                <a:effectLst>
                  <a:outerShdw blurRad="38100" dist="19050" dir="2700000" algn="tl" rotWithShape="0">
                    <a:schemeClr val="dk1">
                      <a:alpha val="40000"/>
                    </a:schemeClr>
                  </a:outerShdw>
                </a:effectLst>
              </a:rPr>
              <a:t>@sqlbobscot</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11" name="Picture 4" descr="linkedin, social icon">
            <a:extLst>
              <a:ext uri="{FF2B5EF4-FFF2-40B4-BE49-F238E27FC236}">
                <a16:creationId xmlns:a16="http://schemas.microsoft.com/office/drawing/2014/main" id="{E6F6D63D-C69F-6360-1ADE-54F69DF31DC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995913" y="4465741"/>
            <a:ext cx="799042" cy="71579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FFAA5F2-4177-29A8-2F30-872AFA6D4F93}"/>
              </a:ext>
            </a:extLst>
          </p:cNvPr>
          <p:cNvSpPr/>
          <p:nvPr/>
        </p:nvSpPr>
        <p:spPr>
          <a:xfrm>
            <a:off x="4869082" y="4462546"/>
            <a:ext cx="7164013" cy="584775"/>
          </a:xfrm>
          <a:prstGeom prst="rect">
            <a:avLst/>
          </a:prstGeom>
          <a:noFill/>
        </p:spPr>
        <p:txBody>
          <a:bodyPr wrap="none" lIns="91440" tIns="45720" rIns="91440" bIns="45720">
            <a:spAutoFit/>
          </a:bodyPr>
          <a:lstStyle/>
          <a:p>
            <a:pPr algn="ctr"/>
            <a:r>
              <a:rPr lang="en-US" sz="3200" b="0" cap="none" spc="0">
                <a:ln w="0"/>
                <a:solidFill>
                  <a:schemeClr val="tx1"/>
                </a:solidFill>
                <a:effectLst>
                  <a:outerShdw blurRad="38100" dist="19050" dir="2700000" algn="tl" rotWithShape="0">
                    <a:schemeClr val="dk1">
                      <a:alpha val="40000"/>
                    </a:schemeClr>
                  </a:outerShdw>
                </a:effectLst>
              </a:rPr>
              <a:t>https://www.linkedin.com/in/rwlpfrench/</a:t>
            </a:r>
            <a:endParaRPr lang="en-US" sz="6600" b="0" cap="none" spc="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8D3A9A6F-A724-5737-600C-603D778E7573}"/>
              </a:ext>
            </a:extLst>
          </p:cNvPr>
          <p:cNvSpPr/>
          <p:nvPr/>
        </p:nvSpPr>
        <p:spPr>
          <a:xfrm>
            <a:off x="4778062" y="100480"/>
            <a:ext cx="5048498" cy="1107996"/>
          </a:xfrm>
          <a:prstGeom prst="rect">
            <a:avLst/>
          </a:prstGeom>
          <a:noFill/>
        </p:spPr>
        <p:txBody>
          <a:bodyPr wrap="none" lIns="91440" tIns="45720" rIns="91440" bIns="45720">
            <a:spAutoFit/>
          </a:bodyPr>
          <a:lstStyle/>
          <a:p>
            <a:pPr algn="ctr"/>
            <a:r>
              <a:rPr lang="en-US" sz="66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Robert French</a:t>
            </a:r>
          </a:p>
        </p:txBody>
      </p:sp>
      <p:sp>
        <p:nvSpPr>
          <p:cNvPr id="15" name="Rectangle 14">
            <a:extLst>
              <a:ext uri="{FF2B5EF4-FFF2-40B4-BE49-F238E27FC236}">
                <a16:creationId xmlns:a16="http://schemas.microsoft.com/office/drawing/2014/main" id="{5AA7B2A1-E115-2B82-1004-128AF2A6F239}"/>
              </a:ext>
            </a:extLst>
          </p:cNvPr>
          <p:cNvSpPr/>
          <p:nvPr/>
        </p:nvSpPr>
        <p:spPr>
          <a:xfrm>
            <a:off x="4307593" y="1188892"/>
            <a:ext cx="6738231" cy="1077218"/>
          </a:xfrm>
          <a:prstGeom prst="rect">
            <a:avLst/>
          </a:prstGeom>
          <a:noFill/>
        </p:spPr>
        <p:txBody>
          <a:bodyPr wrap="square" lIns="91440" tIns="45720" rIns="91440" bIns="45720" anchor="t">
            <a:spAutoFit/>
          </a:bodyPr>
          <a:lstStyle/>
          <a:p>
            <a:pPr algn="ctr"/>
            <a:r>
              <a:rPr lang="en-US" sz="3200" b="0" cap="none" spc="0">
                <a:ln w="0"/>
                <a:effectLst>
                  <a:outerShdw blurRad="38100" dist="19050" dir="2700000" algn="tl" rotWithShape="0">
                    <a:schemeClr val="dk1">
                      <a:alpha val="40000"/>
                    </a:schemeClr>
                  </a:outerShdw>
                </a:effectLst>
              </a:rPr>
              <a:t>Chief Power BI Nerd </a:t>
            </a:r>
            <a:r>
              <a:rPr lang="en-US" sz="3200">
                <a:ln w="0"/>
                <a:effectLst>
                  <a:outerShdw blurRad="38100" dist="19050" dir="2700000" algn="tl" rotWithShape="0">
                    <a:schemeClr val="dk1">
                      <a:alpha val="40000"/>
                    </a:schemeClr>
                  </a:outerShdw>
                </a:effectLst>
              </a:rPr>
              <a:t>with ANS Group </a:t>
            </a:r>
            <a:endParaRPr lang="en-US" sz="3200">
              <a:ln w="0"/>
              <a:effectLst>
                <a:outerShdw blurRad="38100" dist="19050" dir="2700000" algn="tl" rotWithShape="0">
                  <a:prstClr val="black">
                    <a:alpha val="40000"/>
                  </a:prstClr>
                </a:outerShdw>
              </a:effectLst>
            </a:endParaRPr>
          </a:p>
          <a:p>
            <a:pPr algn="ctr"/>
            <a:r>
              <a:rPr lang="en-US" sz="3200">
                <a:ln w="0"/>
                <a:effectLst>
                  <a:outerShdw blurRad="38100" dist="19050" dir="2700000" algn="tl" rotWithShape="0">
                    <a:schemeClr val="dk1">
                      <a:alpha val="40000"/>
                    </a:schemeClr>
                  </a:outerShdw>
                </a:effectLst>
              </a:rPr>
              <a:t>Lives in Sunny Glasgow, Scotland</a:t>
            </a:r>
            <a:endParaRPr lang="en-US" sz="6600" b="0" cap="none" spc="0">
              <a:ln w="0"/>
              <a:solidFill>
                <a:schemeClr val="tx1"/>
              </a:solidFill>
              <a:effectLst>
                <a:outerShdw blurRad="38100" dist="19050" dir="2700000" algn="tl" rotWithShape="0">
                  <a:schemeClr val="dk1">
                    <a:alpha val="40000"/>
                  </a:schemeClr>
                </a:outerShdw>
              </a:effectLst>
            </a:endParaRPr>
          </a:p>
        </p:txBody>
      </p:sp>
      <p:pic>
        <p:nvPicPr>
          <p:cNvPr id="3" name="Picture 2" descr="Logo&#10;&#10;Description automatically generated">
            <a:extLst>
              <a:ext uri="{FF2B5EF4-FFF2-40B4-BE49-F238E27FC236}">
                <a16:creationId xmlns:a16="http://schemas.microsoft.com/office/drawing/2014/main" id="{0F3E44DE-5528-49AC-5E74-C8A9DA5E041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939216" y="5441272"/>
            <a:ext cx="1132484" cy="942575"/>
          </a:xfrm>
          <a:prstGeom prst="rect">
            <a:avLst/>
          </a:prstGeom>
        </p:spPr>
      </p:pic>
      <p:pic>
        <p:nvPicPr>
          <p:cNvPr id="4" name="Picture 3" descr="A person with a beard smiling&#10;&#10;Description automatically generated">
            <a:extLst>
              <a:ext uri="{FF2B5EF4-FFF2-40B4-BE49-F238E27FC236}">
                <a16:creationId xmlns:a16="http://schemas.microsoft.com/office/drawing/2014/main" id="{3316CB70-E175-699F-972F-AB5DA0DA6AE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719" y="1338629"/>
            <a:ext cx="3754991" cy="4279679"/>
          </a:xfrm>
          <a:prstGeom prst="rect">
            <a:avLst/>
          </a:prstGeom>
        </p:spPr>
      </p:pic>
      <p:sp>
        <p:nvSpPr>
          <p:cNvPr id="7" name="TextBox 6">
            <a:extLst>
              <a:ext uri="{FF2B5EF4-FFF2-40B4-BE49-F238E27FC236}">
                <a16:creationId xmlns:a16="http://schemas.microsoft.com/office/drawing/2014/main" id="{89E87007-7E74-B9B9-9E3A-9207C6264112}"/>
              </a:ext>
            </a:extLst>
          </p:cNvPr>
          <p:cNvSpPr txBox="1"/>
          <p:nvPr/>
        </p:nvSpPr>
        <p:spPr>
          <a:xfrm>
            <a:off x="4867422" y="5559380"/>
            <a:ext cx="4326313" cy="584775"/>
          </a:xfrm>
          <a:prstGeom prst="rect">
            <a:avLst/>
          </a:prstGeom>
          <a:noFill/>
        </p:spPr>
        <p:txBody>
          <a:bodyPr wrap="none" lIns="91440" tIns="45720" rIns="91440" bIns="45720">
            <a:spAutoFit/>
          </a:bodyPr>
          <a:lstStyle>
            <a:defPPr>
              <a:defRPr lang="en-GB"/>
            </a:defPPr>
            <a:lvl1pPr algn="ctr">
              <a:defRPr sz="3200" b="0" cap="none" spc="0">
                <a:ln w="0"/>
                <a:effectLst>
                  <a:outerShdw blurRad="38100" dist="19050" dir="2700000" algn="tl" rotWithShape="0">
                    <a:schemeClr val="dk1">
                      <a:alpha val="40000"/>
                    </a:schemeClr>
                  </a:outerShdw>
                </a:effectLst>
              </a:defRPr>
            </a:lvl1pPr>
          </a:lstStyle>
          <a:p>
            <a:r>
              <a:rPr lang="en-GB"/>
              <a:t>https://www.ans.co.uk/</a:t>
            </a:r>
          </a:p>
        </p:txBody>
      </p:sp>
    </p:spTree>
    <p:extLst>
      <p:ext uri="{BB962C8B-B14F-4D97-AF65-F5344CB8AC3E}">
        <p14:creationId xmlns:p14="http://schemas.microsoft.com/office/powerpoint/2010/main" val="33041631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970B2588-FF4E-B627-24EA-0B600E87436B}"/>
              </a:ext>
            </a:extLst>
          </p:cNvPr>
          <p:cNvPicPr>
            <a:picLocks noChangeAspect="1"/>
          </p:cNvPicPr>
          <p:nvPr/>
        </p:nvPicPr>
        <p:blipFill>
          <a:blip r:embed="rId3" cstate="email">
            <a:extLst>
              <a:ext uri="{28A0092B-C50C-407E-A947-70E740481C1C}">
                <a14:useLocalDpi xmlns:a14="http://schemas.microsoft.com/office/drawing/2010/main"/>
              </a:ext>
            </a:extLst>
          </a:blip>
          <a:srcRect t="8404" b="16610"/>
          <a:stretch>
            <a:fillRect/>
          </a:stretch>
        </p:blipFill>
        <p:spPr>
          <a:xfrm>
            <a:off x="20" y="1282"/>
            <a:ext cx="12191980" cy="6856718"/>
          </a:xfrm>
          <a:prstGeom prst="rect">
            <a:avLst/>
          </a:prstGeom>
        </p:spPr>
      </p:pic>
    </p:spTree>
    <p:extLst>
      <p:ext uri="{BB962C8B-B14F-4D97-AF65-F5344CB8AC3E}">
        <p14:creationId xmlns:p14="http://schemas.microsoft.com/office/powerpoint/2010/main" val="62896034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fence with signs on it&#10;&#10;Description automatically generated">
            <a:extLst>
              <a:ext uri="{FF2B5EF4-FFF2-40B4-BE49-F238E27FC236}">
                <a16:creationId xmlns:a16="http://schemas.microsoft.com/office/drawing/2014/main" id="{FB3686FA-9FFC-3B4D-B84C-A668A5AD3CC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122963616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close-up of a notepad&#10;&#10;Description automatically generated">
            <a:extLst>
              <a:ext uri="{FF2B5EF4-FFF2-40B4-BE49-F238E27FC236}">
                <a16:creationId xmlns:a16="http://schemas.microsoft.com/office/drawing/2014/main" id="{EBCE715C-C7B4-02D4-C781-7DA5A322D10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Tree>
    <p:extLst>
      <p:ext uri="{BB962C8B-B14F-4D97-AF65-F5344CB8AC3E}">
        <p14:creationId xmlns:p14="http://schemas.microsoft.com/office/powerpoint/2010/main" val="2232168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TotalTime>
  <Words>3665</Words>
  <Application>Microsoft Office PowerPoint</Application>
  <PresentationFormat>Widescreen</PresentationFormat>
  <Paragraphs>515</Paragraphs>
  <Slides>165</Slides>
  <Notes>138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165</vt:i4>
      </vt:variant>
    </vt:vector>
  </HeadingPairs>
  <TitlesOfParts>
    <vt:vector size="17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Robert French</cp:lastModifiedBy>
  <cp:revision>15</cp:revision>
  <dcterms:created xsi:type="dcterms:W3CDTF">2024-08-07T17:48:28Z</dcterms:created>
  <dcterms:modified xsi:type="dcterms:W3CDTF">2026-10-23T10:11:02Z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49dd434-d51a-431d-9632-71b0679d7ba6_SiteId">
    <vt:lpwstr>43ad7b98-e4ac-4313-9135-5e9a60cca7f0</vt:lpwstr>
  </property>
  <property fmtid="{D5CDD505-2E9C-101B-9397-08002B2CF9AE}" pid="3" name="MSIP_Label_249dd434-d51a-431d-9632-71b0679d7ba6_Method">
    <vt:lpwstr>Standard</vt:lpwstr>
  </property>
  <property fmtid="{D5CDD505-2E9C-101B-9397-08002B2CF9AE}" pid="4" name="MSIP_Label_249dd434-d51a-431d-9632-71b0679d7ba6_ContentBits">
    <vt:lpwstr>0</vt:lpwstr>
  </property>
  <property fmtid="{D5CDD505-2E9C-101B-9397-08002B2CF9AE}" pid="5" name="MSIP_Label_249dd434-d51a-431d-9632-71b0679d7ba6_Enabled">
    <vt:lpwstr>true</vt:lpwstr>
  </property>
  <property fmtid="{D5CDD505-2E9C-101B-9397-08002B2CF9AE}" pid="6" name="MSIP_Label_249dd434-d51a-431d-9632-71b0679d7ba6_Name">
    <vt:lpwstr>General</vt:lpwstr>
  </property>
  <property fmtid="{D5CDD505-2E9C-101B-9397-08002B2CF9AE}" pid="7" name="MSIP_Label_249dd434-d51a-431d-9632-71b0679d7ba6_SetDate">
    <vt:lpwstr>2024-09-12T11:19:31Z</vt:lpwstr>
  </property>
  <property fmtid="{D5CDD505-2E9C-101B-9397-08002B2CF9AE}" pid="8" name="MSIP_Label_249dd434-d51a-431d-9632-71b0679d7ba6_ActionId">
    <vt:lpwstr>1db4e9e1-5c40-4f15-8fdc-9679c835de95</vt:lpwstr>
  </property>
  <property fmtid="{D5CDD505-2E9C-101B-9397-08002B2CF9AE}" pid="9" name="MSIP_Label_190831db-b7fb-49cd-b867-c0e284fca167_Enabled">
    <vt:lpwstr>true</vt:lpwstr>
  </property>
  <property fmtid="{D5CDD505-2E9C-101B-9397-08002B2CF9AE}" pid="10" name="MSIP_Label_190831db-b7fb-49cd-b867-c0e284fca167_SetDate">
    <vt:lpwstr>2026-10-23T10:03:01Z</vt:lpwstr>
  </property>
  <property fmtid="{D5CDD505-2E9C-101B-9397-08002B2CF9AE}" pid="11" name="MSIP_Label_190831db-b7fb-49cd-b867-c0e284fca167_Method">
    <vt:lpwstr>Privileged</vt:lpwstr>
  </property>
  <property fmtid="{D5CDD505-2E9C-101B-9397-08002B2CF9AE}" pid="12" name="MSIP_Label_190831db-b7fb-49cd-b867-c0e284fca167_Name">
    <vt:lpwstr>Public</vt:lpwstr>
  </property>
  <property fmtid="{D5CDD505-2E9C-101B-9397-08002B2CF9AE}" pid="13" name="MSIP_Label_190831db-b7fb-49cd-b867-c0e284fca167_SiteId">
    <vt:lpwstr>3e60f945-19c7-48b2-b721-096ae586d0e5</vt:lpwstr>
  </property>
  <property fmtid="{D5CDD505-2E9C-101B-9397-08002B2CF9AE}" pid="14" name="MSIP_Label_190831db-b7fb-49cd-b867-c0e284fca167_ActionId">
    <vt:lpwstr>c03fde3f-7261-48cf-a721-5a0a419c0d5f</vt:lpwstr>
  </property>
  <property fmtid="{D5CDD505-2E9C-101B-9397-08002B2CF9AE}" pid="15" name="MSIP_Label_190831db-b7fb-49cd-b867-c0e284fca167_ContentBits">
    <vt:lpwstr>2</vt:lpwstr>
  </property>
  <property fmtid="{D5CDD505-2E9C-101B-9397-08002B2CF9AE}" pid="16" name="MSIP_Label_190831db-b7fb-49cd-b867-c0e284fca167_Tag">
    <vt:lpwstr>10, 0, 1, 1</vt:lpwstr>
  </property>
  <property fmtid="{D5CDD505-2E9C-101B-9397-08002B2CF9AE}" pid="17" name="ClassificationContentMarkingFooterLocations">
    <vt:lpwstr>office theme:8</vt:lpwstr>
  </property>
  <property fmtid="{D5CDD505-2E9C-101B-9397-08002B2CF9AE}" pid="18" name="ClassificationContentMarkingFooterText">
    <vt:lpwstr>Classification: Public</vt:lpwstr>
  </property>
</Properties>
</file>